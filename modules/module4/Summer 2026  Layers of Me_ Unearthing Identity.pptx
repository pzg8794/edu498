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4"/>
    <p:sldMasterId id="214748370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Lemonada"/>
      <p:regular r:id="rId23"/>
      <p:bold r:id="rId24"/>
    </p:embeddedFont>
    <p:embeddedFont>
      <p:font typeface="Fira Sans Extra Condensed Medium"/>
      <p:regular r:id="rId25"/>
      <p:bold r:id="rId26"/>
      <p:italic r:id="rId27"/>
      <p:boldItalic r:id="rId28"/>
    </p:embeddedFont>
    <p:embeddedFont>
      <p:font typeface="Oswald"/>
      <p:regular r:id="rId29"/>
      <p:bold r:id="rId30"/>
    </p:embeddedFont>
    <p:embeddedFont>
      <p:font typeface="Karla"/>
      <p:regular r:id="rId31"/>
      <p:bold r:id="rId32"/>
      <p:italic r:id="rId33"/>
      <p:boldItalic r:id="rId34"/>
    </p:embeddedFont>
    <p:embeddedFont>
      <p:font typeface="Lemonada Medium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Lemonada-bold.fntdata"/><Relationship Id="rId23" Type="http://schemas.openxmlformats.org/officeDocument/2006/relationships/font" Target="fonts/Lemonad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iraSansExtraCondensedMedium-bold.fntdata"/><Relationship Id="rId25" Type="http://schemas.openxmlformats.org/officeDocument/2006/relationships/font" Target="fonts/FiraSansExtraCondensedMedium-regular.fntdata"/><Relationship Id="rId28" Type="http://schemas.openxmlformats.org/officeDocument/2006/relationships/font" Target="fonts/FiraSansExtraCondensedMedium-boldItalic.fntdata"/><Relationship Id="rId27" Type="http://schemas.openxmlformats.org/officeDocument/2006/relationships/font" Target="fonts/FiraSansExtraCondensed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swa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Karla-regular.fntdata"/><Relationship Id="rId30" Type="http://schemas.openxmlformats.org/officeDocument/2006/relationships/font" Target="fonts/Oswald-bold.fntdata"/><Relationship Id="rId11" Type="http://schemas.openxmlformats.org/officeDocument/2006/relationships/slide" Target="slides/slide5.xml"/><Relationship Id="rId33" Type="http://schemas.openxmlformats.org/officeDocument/2006/relationships/font" Target="fonts/Karla-italic.fntdata"/><Relationship Id="rId10" Type="http://schemas.openxmlformats.org/officeDocument/2006/relationships/slide" Target="slides/slide4.xml"/><Relationship Id="rId32" Type="http://schemas.openxmlformats.org/officeDocument/2006/relationships/font" Target="fonts/Karla-bold.fntdata"/><Relationship Id="rId13" Type="http://schemas.openxmlformats.org/officeDocument/2006/relationships/slide" Target="slides/slide7.xml"/><Relationship Id="rId35" Type="http://schemas.openxmlformats.org/officeDocument/2006/relationships/font" Target="fonts/LemonadaMedium-regular.fntdata"/><Relationship Id="rId12" Type="http://schemas.openxmlformats.org/officeDocument/2006/relationships/slide" Target="slides/slide6.xml"/><Relationship Id="rId34" Type="http://schemas.openxmlformats.org/officeDocument/2006/relationships/font" Target="fonts/Karla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Lemonada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66f4244a87_0_1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366f4244a87_0_1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66f4244a87_0_1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366f4244a87_0_1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66f4244a87_0_3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366f4244a87_0_3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3ed56ce6c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3ed56ce6c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ed56ce6c9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3ed56ce6c9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3ed56ce6c9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3ed56ce6c9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3ed56ce6c9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3ed56ce6c9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3ed56ce6c9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3ed56ce6c9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3ed56ce6c9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3ed56ce6c9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3ed56ce6c9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3ed56ce6c9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ed56ce6c9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ed56ce6c9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3ed56ce6c9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3ed56ce6c9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 flipH="1">
            <a:off x="3197055" y="91898"/>
            <a:ext cx="5158200" cy="199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5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 flipH="1">
            <a:off x="4077555" y="2013375"/>
            <a:ext cx="42777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rgbClr val="00095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2860800" y="2919500"/>
            <a:ext cx="3422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3600">
                <a:solidFill>
                  <a:schemeClr val="accent3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3053300" y="3380950"/>
            <a:ext cx="3037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hasCustomPrompt="1" idx="2" type="title"/>
          </p:nvPr>
        </p:nvSpPr>
        <p:spPr>
          <a:xfrm>
            <a:off x="3695162" y="1377378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5"/>
          <p:cNvSpPr/>
          <p:nvPr/>
        </p:nvSpPr>
        <p:spPr>
          <a:xfrm rot="-8571438">
            <a:off x="-453806" y="1860603"/>
            <a:ext cx="1600755" cy="1066760"/>
          </a:xfrm>
          <a:custGeom>
            <a:rect b="b" l="l" r="r" t="t"/>
            <a:pathLst>
              <a:path extrusionOk="0" h="9547" w="14326">
                <a:moveTo>
                  <a:pt x="8445" y="1"/>
                </a:moveTo>
                <a:cubicBezTo>
                  <a:pt x="5463" y="1"/>
                  <a:pt x="1" y="1673"/>
                  <a:pt x="2862" y="6488"/>
                </a:cubicBezTo>
                <a:cubicBezTo>
                  <a:pt x="2862" y="6488"/>
                  <a:pt x="6946" y="9547"/>
                  <a:pt x="9876" y="9547"/>
                </a:cubicBezTo>
                <a:cubicBezTo>
                  <a:pt x="10701" y="9547"/>
                  <a:pt x="11435" y="9304"/>
                  <a:pt x="11960" y="8683"/>
                </a:cubicBezTo>
                <a:cubicBezTo>
                  <a:pt x="14326" y="5854"/>
                  <a:pt x="11301" y="1268"/>
                  <a:pt x="10082" y="317"/>
                </a:cubicBezTo>
                <a:cubicBezTo>
                  <a:pt x="9834" y="115"/>
                  <a:pt x="9224" y="1"/>
                  <a:pt x="844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 rot="-8571438">
            <a:off x="7436644" y="1910603"/>
            <a:ext cx="1600755" cy="1066760"/>
          </a:xfrm>
          <a:custGeom>
            <a:rect b="b" l="l" r="r" t="t"/>
            <a:pathLst>
              <a:path extrusionOk="0" h="9547" w="14326">
                <a:moveTo>
                  <a:pt x="8445" y="1"/>
                </a:moveTo>
                <a:cubicBezTo>
                  <a:pt x="5463" y="1"/>
                  <a:pt x="1" y="1673"/>
                  <a:pt x="2862" y="6488"/>
                </a:cubicBezTo>
                <a:cubicBezTo>
                  <a:pt x="2862" y="6488"/>
                  <a:pt x="6946" y="9547"/>
                  <a:pt x="9876" y="9547"/>
                </a:cubicBezTo>
                <a:cubicBezTo>
                  <a:pt x="10701" y="9547"/>
                  <a:pt x="11435" y="9304"/>
                  <a:pt x="11960" y="8683"/>
                </a:cubicBezTo>
                <a:cubicBezTo>
                  <a:pt x="14326" y="5854"/>
                  <a:pt x="11301" y="1268"/>
                  <a:pt x="10082" y="317"/>
                </a:cubicBezTo>
                <a:cubicBezTo>
                  <a:pt x="9834" y="115"/>
                  <a:pt x="9224" y="1"/>
                  <a:pt x="84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15"/>
          <p:cNvGrpSpPr/>
          <p:nvPr/>
        </p:nvGrpSpPr>
        <p:grpSpPr>
          <a:xfrm>
            <a:off x="8027518" y="1535556"/>
            <a:ext cx="1832882" cy="972493"/>
            <a:chOff x="238125" y="2760550"/>
            <a:chExt cx="528650" cy="280500"/>
          </a:xfrm>
        </p:grpSpPr>
        <p:sp>
          <p:nvSpPr>
            <p:cNvPr id="63" name="Google Shape;63;p15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" name="Google Shape;65;p15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66" name="Google Shape;66;p15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" name="Google Shape;70;p15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" name="Google Shape;73;p15"/>
          <p:cNvGrpSpPr/>
          <p:nvPr/>
        </p:nvGrpSpPr>
        <p:grpSpPr>
          <a:xfrm rot="2860966">
            <a:off x="-564248" y="2365762"/>
            <a:ext cx="1502240" cy="797084"/>
            <a:chOff x="238125" y="2760550"/>
            <a:chExt cx="528650" cy="280500"/>
          </a:xfrm>
        </p:grpSpPr>
        <p:sp>
          <p:nvSpPr>
            <p:cNvPr id="74" name="Google Shape;74;p15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" name="Google Shape;76;p15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77" name="Google Shape;77;p15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" name="Google Shape;81;p15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5"/>
          <p:cNvSpPr/>
          <p:nvPr/>
        </p:nvSpPr>
        <p:spPr>
          <a:xfrm>
            <a:off x="8517102" y="345143"/>
            <a:ext cx="679971" cy="465589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336300" y="247265"/>
            <a:ext cx="611780" cy="433409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8070898" y="-264450"/>
            <a:ext cx="706214" cy="477464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7986075" y="856424"/>
            <a:ext cx="686295" cy="571898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 flipH="1">
            <a:off x="556875" y="4224218"/>
            <a:ext cx="679971" cy="465589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 flipH="1">
            <a:off x="1557868" y="4026365"/>
            <a:ext cx="611780" cy="433409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 flipH="1">
            <a:off x="1433353" y="4783024"/>
            <a:ext cx="686295" cy="571898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5"/>
          <p:cNvGrpSpPr/>
          <p:nvPr/>
        </p:nvGrpSpPr>
        <p:grpSpPr>
          <a:xfrm rot="4108899">
            <a:off x="282064" y="1115473"/>
            <a:ext cx="875864" cy="1101614"/>
            <a:chOff x="632000" y="3011150"/>
            <a:chExt cx="212225" cy="266925"/>
          </a:xfrm>
        </p:grpSpPr>
        <p:sp>
          <p:nvSpPr>
            <p:cNvPr id="91" name="Google Shape;91;p15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" name="Google Shape;104;p15"/>
          <p:cNvGrpSpPr/>
          <p:nvPr/>
        </p:nvGrpSpPr>
        <p:grpSpPr>
          <a:xfrm rot="4108899">
            <a:off x="7819439" y="2745098"/>
            <a:ext cx="875864" cy="1101614"/>
            <a:chOff x="632000" y="3011150"/>
            <a:chExt cx="212225" cy="266925"/>
          </a:xfrm>
        </p:grpSpPr>
        <p:sp>
          <p:nvSpPr>
            <p:cNvPr id="105" name="Google Shape;105;p15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-290695" y="679353"/>
            <a:ext cx="911159" cy="586016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 rot="-8386458">
            <a:off x="8430701" y="4245908"/>
            <a:ext cx="373955" cy="256055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 rot="-8386458">
            <a:off x="8918846" y="4553744"/>
            <a:ext cx="336453" cy="238357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 rot="-8386458">
            <a:off x="8471017" y="4609639"/>
            <a:ext cx="388388" cy="26258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 rot="-8386458">
            <a:off x="8748161" y="4004642"/>
            <a:ext cx="377433" cy="314520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16"/>
          <p:cNvGrpSpPr/>
          <p:nvPr/>
        </p:nvGrpSpPr>
        <p:grpSpPr>
          <a:xfrm>
            <a:off x="-222358" y="1017295"/>
            <a:ext cx="572923" cy="720591"/>
            <a:chOff x="632000" y="3011150"/>
            <a:chExt cx="212225" cy="266925"/>
          </a:xfrm>
        </p:grpSpPr>
        <p:sp>
          <p:nvSpPr>
            <p:cNvPr id="125" name="Google Shape;125;p16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-191589" y="332562"/>
            <a:ext cx="1104456" cy="586021"/>
            <a:chOff x="238125" y="2760550"/>
            <a:chExt cx="528650" cy="280500"/>
          </a:xfrm>
        </p:grpSpPr>
        <p:sp>
          <p:nvSpPr>
            <p:cNvPr id="139" name="Google Shape;139;p16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1" name="Google Shape;141;p16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42" name="Google Shape;142;p16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6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6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6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6" name="Google Shape;146;p16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669000" y="1073425"/>
            <a:ext cx="7761900" cy="3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200">
                <a:solidFill>
                  <a:schemeClr val="dk1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title"/>
          </p:nvPr>
        </p:nvSpPr>
        <p:spPr>
          <a:xfrm>
            <a:off x="669000" y="292625"/>
            <a:ext cx="776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ctrTitle"/>
          </p:nvPr>
        </p:nvSpPr>
        <p:spPr>
          <a:xfrm>
            <a:off x="1969827" y="1676500"/>
            <a:ext cx="1880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2" name="Google Shape;152;p17"/>
          <p:cNvSpPr txBox="1"/>
          <p:nvPr>
            <p:ph idx="1" type="subTitle"/>
          </p:nvPr>
        </p:nvSpPr>
        <p:spPr>
          <a:xfrm>
            <a:off x="1969827" y="1849025"/>
            <a:ext cx="18801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3" name="Google Shape;153;p17"/>
          <p:cNvSpPr txBox="1"/>
          <p:nvPr>
            <p:ph idx="2" type="title"/>
          </p:nvPr>
        </p:nvSpPr>
        <p:spPr>
          <a:xfrm>
            <a:off x="669000" y="292625"/>
            <a:ext cx="776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17"/>
          <p:cNvSpPr txBox="1"/>
          <p:nvPr>
            <p:ph idx="3" type="ctrTitle"/>
          </p:nvPr>
        </p:nvSpPr>
        <p:spPr>
          <a:xfrm>
            <a:off x="5059523" y="1676500"/>
            <a:ext cx="1880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5" name="Google Shape;155;p17"/>
          <p:cNvSpPr txBox="1"/>
          <p:nvPr>
            <p:ph idx="4" type="subTitle"/>
          </p:nvPr>
        </p:nvSpPr>
        <p:spPr>
          <a:xfrm>
            <a:off x="5059523" y="1849025"/>
            <a:ext cx="18801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6" name="Google Shape;156;p17"/>
          <p:cNvSpPr/>
          <p:nvPr/>
        </p:nvSpPr>
        <p:spPr>
          <a:xfrm rot="-8571438">
            <a:off x="7965394" y="1304078"/>
            <a:ext cx="1600755" cy="1066760"/>
          </a:xfrm>
          <a:custGeom>
            <a:rect b="b" l="l" r="r" t="t"/>
            <a:pathLst>
              <a:path extrusionOk="0" h="9547" w="14326">
                <a:moveTo>
                  <a:pt x="8445" y="1"/>
                </a:moveTo>
                <a:cubicBezTo>
                  <a:pt x="5463" y="1"/>
                  <a:pt x="1" y="1673"/>
                  <a:pt x="2862" y="6488"/>
                </a:cubicBezTo>
                <a:cubicBezTo>
                  <a:pt x="2862" y="6488"/>
                  <a:pt x="6946" y="9547"/>
                  <a:pt x="9876" y="9547"/>
                </a:cubicBezTo>
                <a:cubicBezTo>
                  <a:pt x="10701" y="9547"/>
                  <a:pt x="11435" y="9304"/>
                  <a:pt x="11960" y="8683"/>
                </a:cubicBezTo>
                <a:cubicBezTo>
                  <a:pt x="14326" y="5854"/>
                  <a:pt x="11301" y="1268"/>
                  <a:pt x="10082" y="317"/>
                </a:cubicBezTo>
                <a:cubicBezTo>
                  <a:pt x="9834" y="115"/>
                  <a:pt x="9224" y="1"/>
                  <a:pt x="84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" name="Google Shape;157;p17"/>
          <p:cNvGrpSpPr/>
          <p:nvPr/>
        </p:nvGrpSpPr>
        <p:grpSpPr>
          <a:xfrm>
            <a:off x="8741077" y="1179645"/>
            <a:ext cx="680954" cy="361256"/>
            <a:chOff x="238125" y="2760550"/>
            <a:chExt cx="528650" cy="280500"/>
          </a:xfrm>
        </p:grpSpPr>
        <p:sp>
          <p:nvSpPr>
            <p:cNvPr id="158" name="Google Shape;158;p17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0" name="Google Shape;160;p17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61" name="Google Shape;161;p17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7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7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5" name="Google Shape;165;p17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" name="Google Shape;168;p17"/>
          <p:cNvGrpSpPr/>
          <p:nvPr/>
        </p:nvGrpSpPr>
        <p:grpSpPr>
          <a:xfrm rot="4108899">
            <a:off x="8348189" y="2138573"/>
            <a:ext cx="875864" cy="1101614"/>
            <a:chOff x="632000" y="3011150"/>
            <a:chExt cx="212225" cy="266925"/>
          </a:xfrm>
        </p:grpSpPr>
        <p:sp>
          <p:nvSpPr>
            <p:cNvPr id="169" name="Google Shape;169;p17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7"/>
          <p:cNvSpPr/>
          <p:nvPr/>
        </p:nvSpPr>
        <p:spPr>
          <a:xfrm>
            <a:off x="-796461" y="3926489"/>
            <a:ext cx="1776905" cy="1142825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17"/>
          <p:cNvGrpSpPr/>
          <p:nvPr/>
        </p:nvGrpSpPr>
        <p:grpSpPr>
          <a:xfrm>
            <a:off x="-152253" y="4738073"/>
            <a:ext cx="764201" cy="961224"/>
            <a:chOff x="632000" y="3011150"/>
            <a:chExt cx="212225" cy="266925"/>
          </a:xfrm>
        </p:grpSpPr>
        <p:sp>
          <p:nvSpPr>
            <p:cNvPr id="184" name="Google Shape;184;p17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" name="Google Shape;197;p17"/>
          <p:cNvSpPr/>
          <p:nvPr/>
        </p:nvSpPr>
        <p:spPr>
          <a:xfrm>
            <a:off x="476675" y="3946850"/>
            <a:ext cx="395125" cy="270550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180325" y="3679800"/>
            <a:ext cx="410375" cy="277450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/>
          <p:nvPr/>
        </p:nvSpPr>
        <p:spPr>
          <a:xfrm>
            <a:off x="-515920" y="4258453"/>
            <a:ext cx="911159" cy="586016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p18"/>
          <p:cNvGrpSpPr/>
          <p:nvPr/>
        </p:nvGrpSpPr>
        <p:grpSpPr>
          <a:xfrm rot="2339735">
            <a:off x="-659084" y="3317075"/>
            <a:ext cx="1197497" cy="635388"/>
            <a:chOff x="238125" y="2760550"/>
            <a:chExt cx="528650" cy="280500"/>
          </a:xfrm>
        </p:grpSpPr>
        <p:sp>
          <p:nvSpPr>
            <p:cNvPr id="202" name="Google Shape;202;p18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4" name="Google Shape;204;p18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205" name="Google Shape;205;p18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8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8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9" name="Google Shape;209;p18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" name="Google Shape;212;p18"/>
          <p:cNvGrpSpPr/>
          <p:nvPr/>
        </p:nvGrpSpPr>
        <p:grpSpPr>
          <a:xfrm>
            <a:off x="114715" y="4235076"/>
            <a:ext cx="585783" cy="736846"/>
            <a:chOff x="632000" y="3011150"/>
            <a:chExt cx="212225" cy="266925"/>
          </a:xfrm>
        </p:grpSpPr>
        <p:sp>
          <p:nvSpPr>
            <p:cNvPr id="213" name="Google Shape;213;p18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8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8"/>
          <p:cNvSpPr/>
          <p:nvPr/>
        </p:nvSpPr>
        <p:spPr>
          <a:xfrm>
            <a:off x="8903395" y="369583"/>
            <a:ext cx="611614" cy="418784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 rot="-2896879">
            <a:off x="8066801" y="506726"/>
            <a:ext cx="550285" cy="389844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8106394" y="-136850"/>
            <a:ext cx="635219" cy="42946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8533256" y="1110654"/>
            <a:ext cx="617303" cy="514406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"/>
          <p:cNvSpPr txBox="1"/>
          <p:nvPr>
            <p:ph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 txBox="1"/>
          <p:nvPr>
            <p:ph type="title"/>
          </p:nvPr>
        </p:nvSpPr>
        <p:spPr>
          <a:xfrm>
            <a:off x="1243875" y="1226050"/>
            <a:ext cx="2808000" cy="17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3" name="Google Shape;233;p19"/>
          <p:cNvSpPr txBox="1"/>
          <p:nvPr>
            <p:ph idx="1" type="body"/>
          </p:nvPr>
        </p:nvSpPr>
        <p:spPr>
          <a:xfrm>
            <a:off x="1243875" y="2919500"/>
            <a:ext cx="2808000" cy="9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234" name="Google Shape;234;p19"/>
          <p:cNvGrpSpPr/>
          <p:nvPr/>
        </p:nvGrpSpPr>
        <p:grpSpPr>
          <a:xfrm>
            <a:off x="-305598" y="677742"/>
            <a:ext cx="962143" cy="510510"/>
            <a:chOff x="238125" y="2760550"/>
            <a:chExt cx="528650" cy="280500"/>
          </a:xfrm>
        </p:grpSpPr>
        <p:sp>
          <p:nvSpPr>
            <p:cNvPr id="235" name="Google Shape;235;p19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7" name="Google Shape;237;p19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238" name="Google Shape;238;p19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9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9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9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2" name="Google Shape;242;p19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" name="Google Shape;244;p19"/>
          <p:cNvSpPr/>
          <p:nvPr/>
        </p:nvSpPr>
        <p:spPr>
          <a:xfrm>
            <a:off x="-913186" y="1955614"/>
            <a:ext cx="1776905" cy="1142825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19"/>
          <p:cNvGrpSpPr/>
          <p:nvPr/>
        </p:nvGrpSpPr>
        <p:grpSpPr>
          <a:xfrm>
            <a:off x="-268978" y="2767198"/>
            <a:ext cx="764201" cy="961224"/>
            <a:chOff x="632000" y="3011150"/>
            <a:chExt cx="212225" cy="266925"/>
          </a:xfrm>
        </p:grpSpPr>
        <p:sp>
          <p:nvSpPr>
            <p:cNvPr id="246" name="Google Shape;246;p19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19"/>
          <p:cNvSpPr/>
          <p:nvPr/>
        </p:nvSpPr>
        <p:spPr>
          <a:xfrm>
            <a:off x="359950" y="1975975"/>
            <a:ext cx="395125" cy="270550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63600" y="1708925"/>
            <a:ext cx="410375" cy="277450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/>
          <p:nvPr>
            <p:ph type="title"/>
          </p:nvPr>
        </p:nvSpPr>
        <p:spPr>
          <a:xfrm>
            <a:off x="1388100" y="1427300"/>
            <a:ext cx="6367800" cy="22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3" name="Google Shape;263;p20"/>
          <p:cNvSpPr/>
          <p:nvPr/>
        </p:nvSpPr>
        <p:spPr>
          <a:xfrm>
            <a:off x="7304823" y="4438689"/>
            <a:ext cx="1839167" cy="1182869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-407310" y="1865225"/>
            <a:ext cx="1259478" cy="810039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20"/>
          <p:cNvGrpSpPr/>
          <p:nvPr/>
        </p:nvGrpSpPr>
        <p:grpSpPr>
          <a:xfrm rot="2339736">
            <a:off x="-396765" y="1090445"/>
            <a:ext cx="1655274" cy="878283"/>
            <a:chOff x="238125" y="2760550"/>
            <a:chExt cx="528650" cy="280500"/>
          </a:xfrm>
        </p:grpSpPr>
        <p:sp>
          <p:nvSpPr>
            <p:cNvPr id="266" name="Google Shape;266;p20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p20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269" name="Google Shape;269;p20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0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0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0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3" name="Google Shape;273;p20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6" name="Google Shape;276;p20"/>
          <p:cNvSpPr/>
          <p:nvPr/>
        </p:nvSpPr>
        <p:spPr>
          <a:xfrm>
            <a:off x="8334106" y="3989506"/>
            <a:ext cx="516982" cy="353988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7597738" y="4105201"/>
            <a:ext cx="465136" cy="329521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7946361" y="3640100"/>
            <a:ext cx="536935" cy="363016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8184097" y="4457813"/>
            <a:ext cx="521790" cy="434814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 rot="7659018">
            <a:off x="1144843" y="177732"/>
            <a:ext cx="516966" cy="353977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 rot="7659018">
            <a:off x="1638692" y="84789"/>
            <a:ext cx="536919" cy="36300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 rot="7659018">
            <a:off x="829818" y="-290289"/>
            <a:ext cx="521775" cy="43480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 rot="-8386467">
            <a:off x="713445" y="4509709"/>
            <a:ext cx="516943" cy="353961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 rot="-8386467">
            <a:off x="1388199" y="4935226"/>
            <a:ext cx="465102" cy="329496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 rot="-8386467">
            <a:off x="769173" y="5012486"/>
            <a:ext cx="536895" cy="362989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"/>
          <p:cNvSpPr/>
          <p:nvPr/>
        </p:nvSpPr>
        <p:spPr>
          <a:xfrm rot="-8386467">
            <a:off x="1152264" y="4176208"/>
            <a:ext cx="521751" cy="434782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20"/>
          <p:cNvGrpSpPr/>
          <p:nvPr/>
        </p:nvGrpSpPr>
        <p:grpSpPr>
          <a:xfrm flipH="1" rot="10605665">
            <a:off x="8441460" y="1189055"/>
            <a:ext cx="1322098" cy="750075"/>
            <a:chOff x="238125" y="2760550"/>
            <a:chExt cx="528650" cy="280500"/>
          </a:xfrm>
        </p:grpSpPr>
        <p:sp>
          <p:nvSpPr>
            <p:cNvPr id="288" name="Google Shape;288;p20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0" name="Google Shape;290;p20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291" name="Google Shape;291;p20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0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0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0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5" name="Google Shape;295;p20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8" name="Google Shape;298;p20"/>
          <p:cNvSpPr/>
          <p:nvPr/>
        </p:nvSpPr>
        <p:spPr>
          <a:xfrm>
            <a:off x="6573378" y="-270848"/>
            <a:ext cx="1670389" cy="1074292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20"/>
          <p:cNvGrpSpPr/>
          <p:nvPr/>
        </p:nvGrpSpPr>
        <p:grpSpPr>
          <a:xfrm>
            <a:off x="-407303" y="2485684"/>
            <a:ext cx="967449" cy="1216804"/>
            <a:chOff x="632000" y="3011150"/>
            <a:chExt cx="212225" cy="266925"/>
          </a:xfrm>
        </p:grpSpPr>
        <p:sp>
          <p:nvSpPr>
            <p:cNvPr id="300" name="Google Shape;300;p20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3" name="Google Shape;313;p20"/>
          <p:cNvGrpSpPr/>
          <p:nvPr/>
        </p:nvGrpSpPr>
        <p:grpSpPr>
          <a:xfrm>
            <a:off x="7216647" y="309884"/>
            <a:ext cx="967449" cy="1216804"/>
            <a:chOff x="632000" y="3011150"/>
            <a:chExt cx="212225" cy="266925"/>
          </a:xfrm>
        </p:grpSpPr>
        <p:sp>
          <p:nvSpPr>
            <p:cNvPr id="314" name="Google Shape;314;p20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7" name="Google Shape;327;p20"/>
          <p:cNvGrpSpPr/>
          <p:nvPr/>
        </p:nvGrpSpPr>
        <p:grpSpPr>
          <a:xfrm>
            <a:off x="6890547" y="4603509"/>
            <a:ext cx="967449" cy="1216804"/>
            <a:chOff x="632000" y="3011150"/>
            <a:chExt cx="212225" cy="266925"/>
          </a:xfrm>
        </p:grpSpPr>
        <p:sp>
          <p:nvSpPr>
            <p:cNvPr id="328" name="Google Shape;328;p20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"/>
          <p:cNvSpPr txBox="1"/>
          <p:nvPr>
            <p:ph type="ctrTitle"/>
          </p:nvPr>
        </p:nvSpPr>
        <p:spPr>
          <a:xfrm>
            <a:off x="2479913" y="1224625"/>
            <a:ext cx="4178400" cy="105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3" name="Google Shape;343;p21"/>
          <p:cNvSpPr txBox="1"/>
          <p:nvPr>
            <p:ph idx="1" type="subTitle"/>
          </p:nvPr>
        </p:nvSpPr>
        <p:spPr>
          <a:xfrm>
            <a:off x="2459400" y="2190400"/>
            <a:ext cx="42249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4" name="Google Shape;344;p21"/>
          <p:cNvSpPr/>
          <p:nvPr/>
        </p:nvSpPr>
        <p:spPr>
          <a:xfrm>
            <a:off x="8322450" y="2445825"/>
            <a:ext cx="355500" cy="251850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-381601" y="1506413"/>
            <a:ext cx="933052" cy="1001729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6" name="Google Shape;346;p21"/>
          <p:cNvGrpSpPr/>
          <p:nvPr/>
        </p:nvGrpSpPr>
        <p:grpSpPr>
          <a:xfrm>
            <a:off x="170629" y="1224633"/>
            <a:ext cx="593763" cy="746749"/>
            <a:chOff x="632000" y="3011150"/>
            <a:chExt cx="212225" cy="266925"/>
          </a:xfrm>
        </p:grpSpPr>
        <p:sp>
          <p:nvSpPr>
            <p:cNvPr id="347" name="Google Shape;347;p21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1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21"/>
          <p:cNvSpPr/>
          <p:nvPr/>
        </p:nvSpPr>
        <p:spPr>
          <a:xfrm flipH="1">
            <a:off x="8418115" y="1391451"/>
            <a:ext cx="933052" cy="1001729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8528950" y="1033950"/>
            <a:ext cx="355500" cy="251850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1"/>
          <p:cNvSpPr/>
          <p:nvPr/>
        </p:nvSpPr>
        <p:spPr>
          <a:xfrm>
            <a:off x="-312200" y="-515365"/>
            <a:ext cx="1305856" cy="1401961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7927325" y="554279"/>
            <a:ext cx="485332" cy="332317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/>
          <p:nvPr/>
        </p:nvSpPr>
        <p:spPr>
          <a:xfrm>
            <a:off x="-1118077" y="4150027"/>
            <a:ext cx="2270599" cy="1513176"/>
          </a:xfrm>
          <a:custGeom>
            <a:rect b="b" l="l" r="r" t="t"/>
            <a:pathLst>
              <a:path extrusionOk="0" h="9547" w="14326">
                <a:moveTo>
                  <a:pt x="8445" y="1"/>
                </a:moveTo>
                <a:cubicBezTo>
                  <a:pt x="5463" y="1"/>
                  <a:pt x="1" y="1673"/>
                  <a:pt x="2862" y="6488"/>
                </a:cubicBezTo>
                <a:cubicBezTo>
                  <a:pt x="2862" y="6488"/>
                  <a:pt x="6946" y="9547"/>
                  <a:pt x="9876" y="9547"/>
                </a:cubicBezTo>
                <a:cubicBezTo>
                  <a:pt x="10701" y="9547"/>
                  <a:pt x="11435" y="9304"/>
                  <a:pt x="11960" y="8683"/>
                </a:cubicBezTo>
                <a:cubicBezTo>
                  <a:pt x="14326" y="5854"/>
                  <a:pt x="11301" y="1268"/>
                  <a:pt x="10082" y="317"/>
                </a:cubicBezTo>
                <a:cubicBezTo>
                  <a:pt x="9834" y="115"/>
                  <a:pt x="9224" y="1"/>
                  <a:pt x="84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2"/>
          <p:cNvSpPr/>
          <p:nvPr/>
        </p:nvSpPr>
        <p:spPr>
          <a:xfrm>
            <a:off x="7683023" y="2578402"/>
            <a:ext cx="2270599" cy="1513176"/>
          </a:xfrm>
          <a:custGeom>
            <a:rect b="b" l="l" r="r" t="t"/>
            <a:pathLst>
              <a:path extrusionOk="0" h="9547" w="14326">
                <a:moveTo>
                  <a:pt x="8445" y="1"/>
                </a:moveTo>
                <a:cubicBezTo>
                  <a:pt x="5463" y="1"/>
                  <a:pt x="1" y="1673"/>
                  <a:pt x="2862" y="6488"/>
                </a:cubicBezTo>
                <a:cubicBezTo>
                  <a:pt x="2862" y="6488"/>
                  <a:pt x="6946" y="9547"/>
                  <a:pt x="9876" y="9547"/>
                </a:cubicBezTo>
                <a:cubicBezTo>
                  <a:pt x="10701" y="9547"/>
                  <a:pt x="11435" y="9304"/>
                  <a:pt x="11960" y="8683"/>
                </a:cubicBezTo>
                <a:cubicBezTo>
                  <a:pt x="14326" y="5854"/>
                  <a:pt x="11301" y="1268"/>
                  <a:pt x="10082" y="317"/>
                </a:cubicBezTo>
                <a:cubicBezTo>
                  <a:pt x="9834" y="115"/>
                  <a:pt x="9224" y="1"/>
                  <a:pt x="844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-1727677" y="1006777"/>
            <a:ext cx="2270599" cy="1513176"/>
          </a:xfrm>
          <a:custGeom>
            <a:rect b="b" l="l" r="r" t="t"/>
            <a:pathLst>
              <a:path extrusionOk="0" h="9547" w="14326">
                <a:moveTo>
                  <a:pt x="8445" y="1"/>
                </a:moveTo>
                <a:cubicBezTo>
                  <a:pt x="5463" y="1"/>
                  <a:pt x="1" y="1673"/>
                  <a:pt x="2862" y="6488"/>
                </a:cubicBezTo>
                <a:cubicBezTo>
                  <a:pt x="2862" y="6488"/>
                  <a:pt x="6946" y="9547"/>
                  <a:pt x="9876" y="9547"/>
                </a:cubicBezTo>
                <a:cubicBezTo>
                  <a:pt x="10701" y="9547"/>
                  <a:pt x="11435" y="9304"/>
                  <a:pt x="11960" y="8683"/>
                </a:cubicBezTo>
                <a:cubicBezTo>
                  <a:pt x="14326" y="5854"/>
                  <a:pt x="11301" y="1268"/>
                  <a:pt x="10082" y="317"/>
                </a:cubicBezTo>
                <a:cubicBezTo>
                  <a:pt x="9834" y="115"/>
                  <a:pt x="9224" y="1"/>
                  <a:pt x="84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8" name="Google Shape;368;p22"/>
          <p:cNvGrpSpPr/>
          <p:nvPr/>
        </p:nvGrpSpPr>
        <p:grpSpPr>
          <a:xfrm rot="1364604">
            <a:off x="-359530" y="1557045"/>
            <a:ext cx="1369194" cy="726490"/>
            <a:chOff x="238125" y="2760550"/>
            <a:chExt cx="528650" cy="280500"/>
          </a:xfrm>
        </p:grpSpPr>
        <p:sp>
          <p:nvSpPr>
            <p:cNvPr id="369" name="Google Shape;369;p22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1" name="Google Shape;371;p22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372" name="Google Shape;372;p22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2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2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2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6" name="Google Shape;376;p22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9" name="Google Shape;379;p22"/>
          <p:cNvGrpSpPr/>
          <p:nvPr/>
        </p:nvGrpSpPr>
        <p:grpSpPr>
          <a:xfrm>
            <a:off x="8423989" y="2154398"/>
            <a:ext cx="602761" cy="758120"/>
            <a:chOff x="632000" y="3011150"/>
            <a:chExt cx="212225" cy="266925"/>
          </a:xfrm>
        </p:grpSpPr>
        <p:sp>
          <p:nvSpPr>
            <p:cNvPr id="380" name="Google Shape;380;p22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3" name="Google Shape;393;p22"/>
          <p:cNvSpPr/>
          <p:nvPr/>
        </p:nvSpPr>
        <p:spPr>
          <a:xfrm>
            <a:off x="6051700" y="4423550"/>
            <a:ext cx="675545" cy="462559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429800" y="4398825"/>
            <a:ext cx="722731" cy="512011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"/>
          <p:cNvSpPr/>
          <p:nvPr/>
        </p:nvSpPr>
        <p:spPr>
          <a:xfrm>
            <a:off x="1096875" y="3683300"/>
            <a:ext cx="675559" cy="456738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2"/>
          <p:cNvSpPr/>
          <p:nvPr/>
        </p:nvSpPr>
        <p:spPr>
          <a:xfrm>
            <a:off x="8132000" y="4765913"/>
            <a:ext cx="811957" cy="676614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 txBox="1"/>
          <p:nvPr>
            <p:ph type="title"/>
          </p:nvPr>
        </p:nvSpPr>
        <p:spPr>
          <a:xfrm>
            <a:off x="6105525" y="2912525"/>
            <a:ext cx="2437800" cy="19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3"/>
          <p:cNvSpPr txBox="1"/>
          <p:nvPr>
            <p:ph hasCustomPrompt="1" type="title"/>
          </p:nvPr>
        </p:nvSpPr>
        <p:spPr>
          <a:xfrm>
            <a:off x="1050375" y="1213975"/>
            <a:ext cx="4717500" cy="109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7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23"/>
          <p:cNvSpPr txBox="1"/>
          <p:nvPr>
            <p:ph idx="2"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1" name="Google Shape;401;p23"/>
          <p:cNvSpPr txBox="1"/>
          <p:nvPr>
            <p:ph idx="1" type="subTitle"/>
          </p:nvPr>
        </p:nvSpPr>
        <p:spPr>
          <a:xfrm>
            <a:off x="1050375" y="2165442"/>
            <a:ext cx="47175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02" name="Google Shape;402;p23"/>
          <p:cNvSpPr txBox="1"/>
          <p:nvPr>
            <p:ph hasCustomPrompt="1" idx="3" type="title"/>
          </p:nvPr>
        </p:nvSpPr>
        <p:spPr>
          <a:xfrm>
            <a:off x="1050375" y="3132650"/>
            <a:ext cx="4717500" cy="11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7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3" name="Google Shape;403;p23"/>
          <p:cNvSpPr txBox="1"/>
          <p:nvPr>
            <p:ph idx="4" type="subTitle"/>
          </p:nvPr>
        </p:nvSpPr>
        <p:spPr>
          <a:xfrm>
            <a:off x="1050375" y="4181375"/>
            <a:ext cx="47175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04" name="Google Shape;404;p23"/>
          <p:cNvSpPr/>
          <p:nvPr/>
        </p:nvSpPr>
        <p:spPr>
          <a:xfrm>
            <a:off x="8365751" y="3463651"/>
            <a:ext cx="1256986" cy="1349526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-500275" y="393400"/>
            <a:ext cx="996844" cy="1070214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520470" y="918331"/>
            <a:ext cx="475098" cy="325336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-156275" y="1024661"/>
            <a:ext cx="427453" cy="302850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164121" y="597209"/>
            <a:ext cx="493435" cy="333634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382608" y="1348729"/>
            <a:ext cx="479517" cy="39962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0" name="Google Shape;410;p23"/>
          <p:cNvGrpSpPr/>
          <p:nvPr/>
        </p:nvGrpSpPr>
        <p:grpSpPr>
          <a:xfrm>
            <a:off x="7901459" y="4373498"/>
            <a:ext cx="1185762" cy="629162"/>
            <a:chOff x="238125" y="2760550"/>
            <a:chExt cx="528650" cy="280500"/>
          </a:xfrm>
        </p:grpSpPr>
        <p:sp>
          <p:nvSpPr>
            <p:cNvPr id="411" name="Google Shape;411;p23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3" name="Google Shape;413;p23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414" name="Google Shape;414;p23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3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3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3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8" name="Google Shape;418;p23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23"/>
          <p:cNvGrpSpPr/>
          <p:nvPr/>
        </p:nvGrpSpPr>
        <p:grpSpPr>
          <a:xfrm>
            <a:off x="7780300" y="2433135"/>
            <a:ext cx="1209279" cy="1520965"/>
            <a:chOff x="632000" y="3011150"/>
            <a:chExt cx="212225" cy="266925"/>
          </a:xfrm>
        </p:grpSpPr>
        <p:sp>
          <p:nvSpPr>
            <p:cNvPr id="422" name="Google Shape;422;p23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3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3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6"/>
          <p:cNvSpPr txBox="1"/>
          <p:nvPr>
            <p:ph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9" name="Google Shape;439;p26"/>
          <p:cNvSpPr/>
          <p:nvPr/>
        </p:nvSpPr>
        <p:spPr>
          <a:xfrm>
            <a:off x="8013839" y="1560614"/>
            <a:ext cx="1776905" cy="1142825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6"/>
          <p:cNvSpPr/>
          <p:nvPr/>
        </p:nvSpPr>
        <p:spPr>
          <a:xfrm>
            <a:off x="-671252" y="3624349"/>
            <a:ext cx="1271648" cy="817867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1" name="Google Shape;441;p26"/>
          <p:cNvGrpSpPr/>
          <p:nvPr/>
        </p:nvGrpSpPr>
        <p:grpSpPr>
          <a:xfrm rot="2339735">
            <a:off x="-195959" y="3125800"/>
            <a:ext cx="1197497" cy="635388"/>
            <a:chOff x="238125" y="2760550"/>
            <a:chExt cx="528650" cy="280500"/>
          </a:xfrm>
        </p:grpSpPr>
        <p:sp>
          <p:nvSpPr>
            <p:cNvPr id="442" name="Google Shape;442;p26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6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4" name="Google Shape;444;p26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445" name="Google Shape;445;p26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6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6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6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9" name="Google Shape;449;p26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" name="Google Shape;452;p26"/>
          <p:cNvGrpSpPr/>
          <p:nvPr/>
        </p:nvGrpSpPr>
        <p:grpSpPr>
          <a:xfrm>
            <a:off x="-262487" y="1999235"/>
            <a:ext cx="699897" cy="880292"/>
            <a:chOff x="632000" y="3011150"/>
            <a:chExt cx="212225" cy="266925"/>
          </a:xfrm>
        </p:grpSpPr>
        <p:sp>
          <p:nvSpPr>
            <p:cNvPr id="453" name="Google Shape;453;p26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6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6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6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6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26"/>
          <p:cNvGrpSpPr/>
          <p:nvPr/>
        </p:nvGrpSpPr>
        <p:grpSpPr>
          <a:xfrm>
            <a:off x="8423988" y="2263885"/>
            <a:ext cx="699897" cy="880292"/>
            <a:chOff x="632000" y="3011150"/>
            <a:chExt cx="212225" cy="266925"/>
          </a:xfrm>
        </p:grpSpPr>
        <p:sp>
          <p:nvSpPr>
            <p:cNvPr id="467" name="Google Shape;467;p26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6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6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26"/>
          <p:cNvSpPr/>
          <p:nvPr/>
        </p:nvSpPr>
        <p:spPr>
          <a:xfrm>
            <a:off x="8588615" y="924148"/>
            <a:ext cx="523422" cy="358398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6"/>
          <p:cNvSpPr/>
          <p:nvPr/>
        </p:nvSpPr>
        <p:spPr>
          <a:xfrm>
            <a:off x="8123600" y="604170"/>
            <a:ext cx="543624" cy="367538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6"/>
          <p:cNvSpPr/>
          <p:nvPr/>
        </p:nvSpPr>
        <p:spPr>
          <a:xfrm>
            <a:off x="7952867" y="1205017"/>
            <a:ext cx="528290" cy="44023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3" name="Google Shape;483;p26"/>
          <p:cNvGrpSpPr/>
          <p:nvPr/>
        </p:nvGrpSpPr>
        <p:grpSpPr>
          <a:xfrm rot="-9582679">
            <a:off x="8351105" y="3446991"/>
            <a:ext cx="998450" cy="529774"/>
            <a:chOff x="238125" y="2760550"/>
            <a:chExt cx="528650" cy="280500"/>
          </a:xfrm>
        </p:grpSpPr>
        <p:sp>
          <p:nvSpPr>
            <p:cNvPr id="484" name="Google Shape;484;p26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6" name="Google Shape;486;p26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487" name="Google Shape;487;p26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6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6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6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1" name="Google Shape;491;p26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3" name="Google Shape;493;p26"/>
          <p:cNvSpPr txBox="1"/>
          <p:nvPr>
            <p:ph idx="1" type="subTitle"/>
          </p:nvPr>
        </p:nvSpPr>
        <p:spPr>
          <a:xfrm flipH="1">
            <a:off x="2408324" y="1716500"/>
            <a:ext cx="26319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26"/>
          <p:cNvSpPr txBox="1"/>
          <p:nvPr>
            <p:ph idx="2" type="subTitle"/>
          </p:nvPr>
        </p:nvSpPr>
        <p:spPr>
          <a:xfrm flipH="1">
            <a:off x="2408325" y="4047250"/>
            <a:ext cx="26319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26"/>
          <p:cNvSpPr txBox="1"/>
          <p:nvPr>
            <p:ph hasCustomPrompt="1" idx="3" type="title"/>
          </p:nvPr>
        </p:nvSpPr>
        <p:spPr>
          <a:xfrm>
            <a:off x="5892183" y="1310975"/>
            <a:ext cx="10446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6" name="Google Shape;496;p26"/>
          <p:cNvSpPr txBox="1"/>
          <p:nvPr>
            <p:ph idx="4" type="subTitle"/>
          </p:nvPr>
        </p:nvSpPr>
        <p:spPr>
          <a:xfrm flipH="1">
            <a:off x="2408325" y="2858738"/>
            <a:ext cx="26319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26"/>
          <p:cNvSpPr txBox="1"/>
          <p:nvPr>
            <p:ph idx="5" type="subTitle"/>
          </p:nvPr>
        </p:nvSpPr>
        <p:spPr>
          <a:xfrm flipH="1">
            <a:off x="2408324" y="1325250"/>
            <a:ext cx="26319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 sz="1800">
                <a:solidFill>
                  <a:schemeClr val="accent3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498" name="Google Shape;498;p26"/>
          <p:cNvSpPr txBox="1"/>
          <p:nvPr>
            <p:ph idx="6" type="subTitle"/>
          </p:nvPr>
        </p:nvSpPr>
        <p:spPr>
          <a:xfrm flipH="1">
            <a:off x="2408325" y="3654200"/>
            <a:ext cx="26319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 sz="1800">
                <a:solidFill>
                  <a:schemeClr val="accent3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499" name="Google Shape;499;p26"/>
          <p:cNvSpPr txBox="1"/>
          <p:nvPr>
            <p:ph idx="7" type="subTitle"/>
          </p:nvPr>
        </p:nvSpPr>
        <p:spPr>
          <a:xfrm flipH="1">
            <a:off x="2408325" y="2527563"/>
            <a:ext cx="2631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 sz="1800">
                <a:solidFill>
                  <a:schemeClr val="accent3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00" name="Google Shape;500;p26"/>
          <p:cNvSpPr txBox="1"/>
          <p:nvPr>
            <p:ph hasCustomPrompt="1" idx="8" type="title"/>
          </p:nvPr>
        </p:nvSpPr>
        <p:spPr>
          <a:xfrm>
            <a:off x="5892183" y="2463575"/>
            <a:ext cx="10446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26"/>
          <p:cNvSpPr txBox="1"/>
          <p:nvPr>
            <p:ph hasCustomPrompt="1" idx="9" type="title"/>
          </p:nvPr>
        </p:nvSpPr>
        <p:spPr>
          <a:xfrm>
            <a:off x="5892183" y="3616175"/>
            <a:ext cx="10446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2400">
                <a:solidFill>
                  <a:schemeClr val="accen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28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7"/>
          <p:cNvSpPr txBox="1"/>
          <p:nvPr>
            <p:ph idx="1" type="subTitle"/>
          </p:nvPr>
        </p:nvSpPr>
        <p:spPr>
          <a:xfrm flipH="1">
            <a:off x="1938875" y="1938407"/>
            <a:ext cx="26319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27"/>
          <p:cNvSpPr txBox="1"/>
          <p:nvPr>
            <p:ph idx="2" type="subTitle"/>
          </p:nvPr>
        </p:nvSpPr>
        <p:spPr>
          <a:xfrm flipH="1">
            <a:off x="5522875" y="1941250"/>
            <a:ext cx="26319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27"/>
          <p:cNvSpPr txBox="1"/>
          <p:nvPr>
            <p:ph hasCustomPrompt="1" type="title"/>
          </p:nvPr>
        </p:nvSpPr>
        <p:spPr>
          <a:xfrm>
            <a:off x="1011805" y="1534531"/>
            <a:ext cx="10446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Fira Sans Extra Condensed Medium"/>
              <a:buNone/>
              <a:defRPr sz="5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6" name="Google Shape;506;p27"/>
          <p:cNvSpPr txBox="1"/>
          <p:nvPr>
            <p:ph idx="3" type="subTitle"/>
          </p:nvPr>
        </p:nvSpPr>
        <p:spPr>
          <a:xfrm flipH="1">
            <a:off x="1938875" y="3299700"/>
            <a:ext cx="26319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27"/>
          <p:cNvSpPr txBox="1"/>
          <p:nvPr>
            <p:ph idx="4" type="subTitle"/>
          </p:nvPr>
        </p:nvSpPr>
        <p:spPr>
          <a:xfrm flipH="1">
            <a:off x="1938867" y="1547150"/>
            <a:ext cx="26319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 sz="1800">
                <a:solidFill>
                  <a:schemeClr val="accent3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08" name="Google Shape;508;p27"/>
          <p:cNvSpPr txBox="1"/>
          <p:nvPr>
            <p:ph idx="5" type="subTitle"/>
          </p:nvPr>
        </p:nvSpPr>
        <p:spPr>
          <a:xfrm flipH="1">
            <a:off x="5522876" y="1550000"/>
            <a:ext cx="26319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 sz="1800">
                <a:solidFill>
                  <a:schemeClr val="accent3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09" name="Google Shape;509;p27"/>
          <p:cNvSpPr txBox="1"/>
          <p:nvPr>
            <p:ph idx="6" type="subTitle"/>
          </p:nvPr>
        </p:nvSpPr>
        <p:spPr>
          <a:xfrm flipH="1">
            <a:off x="1938875" y="2902000"/>
            <a:ext cx="26319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 sz="1800">
                <a:solidFill>
                  <a:schemeClr val="accent3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10" name="Google Shape;510;p27"/>
          <p:cNvSpPr txBox="1"/>
          <p:nvPr>
            <p:ph hasCustomPrompt="1" idx="7" type="title"/>
          </p:nvPr>
        </p:nvSpPr>
        <p:spPr>
          <a:xfrm>
            <a:off x="1011789" y="2911975"/>
            <a:ext cx="10446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11" name="Google Shape;511;p27"/>
          <p:cNvSpPr txBox="1"/>
          <p:nvPr>
            <p:ph hasCustomPrompt="1" idx="8" type="title"/>
          </p:nvPr>
        </p:nvSpPr>
        <p:spPr>
          <a:xfrm>
            <a:off x="4584463" y="1534531"/>
            <a:ext cx="10446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2400">
                <a:solidFill>
                  <a:schemeClr val="accen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12" name="Google Shape;512;p27"/>
          <p:cNvSpPr txBox="1"/>
          <p:nvPr>
            <p:ph idx="9"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3" name="Google Shape;513;p27"/>
          <p:cNvSpPr txBox="1"/>
          <p:nvPr>
            <p:ph idx="13" type="subTitle"/>
          </p:nvPr>
        </p:nvSpPr>
        <p:spPr>
          <a:xfrm flipH="1">
            <a:off x="5522875" y="3290550"/>
            <a:ext cx="26319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27"/>
          <p:cNvSpPr txBox="1"/>
          <p:nvPr>
            <p:ph idx="14" type="subTitle"/>
          </p:nvPr>
        </p:nvSpPr>
        <p:spPr>
          <a:xfrm flipH="1">
            <a:off x="5522876" y="2897500"/>
            <a:ext cx="26319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 sz="1800">
                <a:solidFill>
                  <a:schemeClr val="accent3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swald"/>
              <a:buNone/>
              <a:defRPr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15" name="Google Shape;515;p27"/>
          <p:cNvSpPr txBox="1"/>
          <p:nvPr>
            <p:ph hasCustomPrompt="1" idx="15" type="title"/>
          </p:nvPr>
        </p:nvSpPr>
        <p:spPr>
          <a:xfrm>
            <a:off x="4584463" y="2911975"/>
            <a:ext cx="10446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2400">
                <a:solidFill>
                  <a:schemeClr val="accen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grpSp>
        <p:nvGrpSpPr>
          <p:cNvPr id="516" name="Google Shape;516;p27"/>
          <p:cNvGrpSpPr/>
          <p:nvPr/>
        </p:nvGrpSpPr>
        <p:grpSpPr>
          <a:xfrm>
            <a:off x="-370065" y="4177255"/>
            <a:ext cx="1305871" cy="693059"/>
            <a:chOff x="238125" y="2760550"/>
            <a:chExt cx="528650" cy="280500"/>
          </a:xfrm>
        </p:grpSpPr>
        <p:sp>
          <p:nvSpPr>
            <p:cNvPr id="517" name="Google Shape;517;p27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9" name="Google Shape;519;p27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520" name="Google Shape;520;p27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7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7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7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4" name="Google Shape;524;p27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7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7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7" name="Google Shape;527;p27"/>
          <p:cNvSpPr/>
          <p:nvPr/>
        </p:nvSpPr>
        <p:spPr>
          <a:xfrm>
            <a:off x="7967489" y="179089"/>
            <a:ext cx="1776905" cy="1142825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8" name="Google Shape;528;p27"/>
          <p:cNvGrpSpPr/>
          <p:nvPr/>
        </p:nvGrpSpPr>
        <p:grpSpPr>
          <a:xfrm>
            <a:off x="8377638" y="882360"/>
            <a:ext cx="699897" cy="880292"/>
            <a:chOff x="632000" y="3011150"/>
            <a:chExt cx="212225" cy="266925"/>
          </a:xfrm>
        </p:grpSpPr>
        <p:sp>
          <p:nvSpPr>
            <p:cNvPr id="529" name="Google Shape;529;p27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7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7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7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7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2" name="Google Shape;542;p27"/>
          <p:cNvSpPr/>
          <p:nvPr/>
        </p:nvSpPr>
        <p:spPr>
          <a:xfrm>
            <a:off x="8912103" y="3762485"/>
            <a:ext cx="523422" cy="358398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8447088" y="3442508"/>
            <a:ext cx="543624" cy="367538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8276355" y="4043355"/>
            <a:ext cx="528290" cy="44023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5" name="Google Shape;545;p27"/>
          <p:cNvGrpSpPr/>
          <p:nvPr/>
        </p:nvGrpSpPr>
        <p:grpSpPr>
          <a:xfrm>
            <a:off x="-169887" y="3387010"/>
            <a:ext cx="699897" cy="880292"/>
            <a:chOff x="632000" y="3011150"/>
            <a:chExt cx="212225" cy="266925"/>
          </a:xfrm>
        </p:grpSpPr>
        <p:sp>
          <p:nvSpPr>
            <p:cNvPr id="546" name="Google Shape;546;p27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7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7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7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7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7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9" name="Google Shape;559;p27"/>
          <p:cNvSpPr/>
          <p:nvPr/>
        </p:nvSpPr>
        <p:spPr>
          <a:xfrm>
            <a:off x="339428" y="956110"/>
            <a:ext cx="523422" cy="358398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7"/>
          <p:cNvSpPr/>
          <p:nvPr/>
        </p:nvSpPr>
        <p:spPr>
          <a:xfrm>
            <a:off x="-125587" y="636133"/>
            <a:ext cx="543624" cy="367538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7"/>
          <p:cNvSpPr/>
          <p:nvPr/>
        </p:nvSpPr>
        <p:spPr>
          <a:xfrm>
            <a:off x="-296320" y="1236980"/>
            <a:ext cx="528290" cy="44023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">
  <p:cSld name="CUSTOM_2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8"/>
          <p:cNvSpPr/>
          <p:nvPr/>
        </p:nvSpPr>
        <p:spPr>
          <a:xfrm>
            <a:off x="-272826" y="4398838"/>
            <a:ext cx="933052" cy="1001729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4" name="Google Shape;564;p28"/>
          <p:cNvGrpSpPr/>
          <p:nvPr/>
        </p:nvGrpSpPr>
        <p:grpSpPr>
          <a:xfrm>
            <a:off x="279404" y="4117058"/>
            <a:ext cx="593763" cy="746749"/>
            <a:chOff x="632000" y="3011150"/>
            <a:chExt cx="212225" cy="266925"/>
          </a:xfrm>
        </p:grpSpPr>
        <p:sp>
          <p:nvSpPr>
            <p:cNvPr id="565" name="Google Shape;565;p28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8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8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8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8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8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8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8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8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8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28"/>
          <p:cNvGrpSpPr/>
          <p:nvPr/>
        </p:nvGrpSpPr>
        <p:grpSpPr>
          <a:xfrm flipH="1" rot="10800000">
            <a:off x="3642101" y="-931361"/>
            <a:ext cx="2248625" cy="2505775"/>
            <a:chOff x="6895376" y="926014"/>
            <a:chExt cx="2248625" cy="2505775"/>
          </a:xfrm>
        </p:grpSpPr>
        <p:sp>
          <p:nvSpPr>
            <p:cNvPr id="579" name="Google Shape;579;p28"/>
            <p:cNvSpPr/>
            <p:nvPr/>
          </p:nvSpPr>
          <p:spPr>
            <a:xfrm>
              <a:off x="6895376" y="926014"/>
              <a:ext cx="1838380" cy="1182363"/>
            </a:xfrm>
            <a:custGeom>
              <a:rect b="b" l="l" r="r" t="t"/>
              <a:pathLst>
                <a:path extrusionOk="0" h="10650" w="16559">
                  <a:moveTo>
                    <a:pt x="12940" y="0"/>
                  </a:moveTo>
                  <a:cubicBezTo>
                    <a:pt x="8651" y="0"/>
                    <a:pt x="1" y="2276"/>
                    <a:pt x="3657" y="8447"/>
                  </a:cubicBezTo>
                  <a:cubicBezTo>
                    <a:pt x="3657" y="8447"/>
                    <a:pt x="7028" y="10650"/>
                    <a:pt x="10057" y="10650"/>
                  </a:cubicBezTo>
                  <a:cubicBezTo>
                    <a:pt x="11292" y="10650"/>
                    <a:pt x="12470" y="10283"/>
                    <a:pt x="13339" y="9252"/>
                  </a:cubicBezTo>
                  <a:cubicBezTo>
                    <a:pt x="16339" y="5691"/>
                    <a:pt x="16559" y="1594"/>
                    <a:pt x="15047" y="374"/>
                  </a:cubicBezTo>
                  <a:cubicBezTo>
                    <a:pt x="14753" y="133"/>
                    <a:pt x="13973" y="0"/>
                    <a:pt x="129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8"/>
            <p:cNvSpPr/>
            <p:nvPr/>
          </p:nvSpPr>
          <p:spPr>
            <a:xfrm rot="5875126">
              <a:off x="7083391" y="1432210"/>
              <a:ext cx="2322147" cy="1493394"/>
            </a:xfrm>
            <a:custGeom>
              <a:rect b="b" l="l" r="r" t="t"/>
              <a:pathLst>
                <a:path extrusionOk="0" h="10650" w="16559">
                  <a:moveTo>
                    <a:pt x="12940" y="0"/>
                  </a:moveTo>
                  <a:cubicBezTo>
                    <a:pt x="8651" y="0"/>
                    <a:pt x="1" y="2276"/>
                    <a:pt x="3657" y="8447"/>
                  </a:cubicBezTo>
                  <a:cubicBezTo>
                    <a:pt x="3657" y="8447"/>
                    <a:pt x="7028" y="10650"/>
                    <a:pt x="10057" y="10650"/>
                  </a:cubicBezTo>
                  <a:cubicBezTo>
                    <a:pt x="11292" y="10650"/>
                    <a:pt x="12470" y="10283"/>
                    <a:pt x="13339" y="9252"/>
                  </a:cubicBezTo>
                  <a:cubicBezTo>
                    <a:pt x="16339" y="5691"/>
                    <a:pt x="16559" y="1594"/>
                    <a:pt x="15047" y="374"/>
                  </a:cubicBezTo>
                  <a:cubicBezTo>
                    <a:pt x="14753" y="133"/>
                    <a:pt x="13973" y="0"/>
                    <a:pt x="129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1" name="Google Shape;581;p28"/>
            <p:cNvGrpSpPr/>
            <p:nvPr/>
          </p:nvGrpSpPr>
          <p:grpSpPr>
            <a:xfrm rot="-1791235">
              <a:off x="7568642" y="1275391"/>
              <a:ext cx="719311" cy="904710"/>
              <a:chOff x="632000" y="3011150"/>
              <a:chExt cx="212225" cy="266925"/>
            </a:xfrm>
          </p:grpSpPr>
          <p:sp>
            <p:nvSpPr>
              <p:cNvPr id="582" name="Google Shape;582;p28"/>
              <p:cNvSpPr/>
              <p:nvPr/>
            </p:nvSpPr>
            <p:spPr>
              <a:xfrm>
                <a:off x="767375" y="3031875"/>
                <a:ext cx="25" cy="3675"/>
              </a:xfrm>
              <a:custGeom>
                <a:rect b="b" l="l" r="r" t="t"/>
                <a:pathLst>
                  <a:path extrusionOk="0" h="147" w="1">
                    <a:moveTo>
                      <a:pt x="0" y="147"/>
                    </a:moveTo>
                    <a:lnTo>
                      <a:pt x="0" y="0"/>
                    </a:lnTo>
                    <a:cubicBezTo>
                      <a:pt x="0" y="49"/>
                      <a:pt x="0" y="98"/>
                      <a:pt x="0" y="14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8"/>
              <p:cNvSpPr/>
              <p:nvPr/>
            </p:nvSpPr>
            <p:spPr>
              <a:xfrm>
                <a:off x="701525" y="3033700"/>
                <a:ext cx="25" cy="3075"/>
              </a:xfrm>
              <a:custGeom>
                <a:rect b="b" l="l" r="r" t="t"/>
                <a:pathLst>
                  <a:path extrusionOk="0" h="123" w="1">
                    <a:moveTo>
                      <a:pt x="0" y="123"/>
                    </a:moveTo>
                    <a:lnTo>
                      <a:pt x="0" y="1"/>
                    </a:lnTo>
                    <a:cubicBezTo>
                      <a:pt x="0" y="49"/>
                      <a:pt x="0" y="74"/>
                      <a:pt x="0" y="1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8"/>
              <p:cNvSpPr/>
              <p:nvPr/>
            </p:nvSpPr>
            <p:spPr>
              <a:xfrm>
                <a:off x="632000" y="3030050"/>
                <a:ext cx="25" cy="1850"/>
              </a:xfrm>
              <a:custGeom>
                <a:rect b="b" l="l" r="r" t="t"/>
                <a:pathLst>
                  <a:path extrusionOk="0" h="74" w="1">
                    <a:moveTo>
                      <a:pt x="1" y="73"/>
                    </a:moveTo>
                    <a:lnTo>
                      <a:pt x="1" y="0"/>
                    </a:lnTo>
                    <a:cubicBezTo>
                      <a:pt x="1" y="25"/>
                      <a:pt x="1" y="49"/>
                      <a:pt x="1" y="7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8"/>
              <p:cNvSpPr/>
              <p:nvPr/>
            </p:nvSpPr>
            <p:spPr>
              <a:xfrm>
                <a:off x="649075" y="3150175"/>
                <a:ext cx="650" cy="1850"/>
              </a:xfrm>
              <a:custGeom>
                <a:rect b="b" l="l" r="r" t="t"/>
                <a:pathLst>
                  <a:path extrusionOk="0" h="74" w="26">
                    <a:moveTo>
                      <a:pt x="25" y="0"/>
                    </a:moveTo>
                    <a:cubicBezTo>
                      <a:pt x="1" y="0"/>
                      <a:pt x="1" y="49"/>
                      <a:pt x="1" y="73"/>
                    </a:cubicBezTo>
                    <a:cubicBezTo>
                      <a:pt x="1" y="49"/>
                      <a:pt x="25" y="24"/>
                      <a:pt x="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8"/>
              <p:cNvSpPr/>
              <p:nvPr/>
            </p:nvSpPr>
            <p:spPr>
              <a:xfrm>
                <a:off x="649075" y="315200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8"/>
              <p:cNvSpPr/>
              <p:nvPr/>
            </p:nvSpPr>
            <p:spPr>
              <a:xfrm>
                <a:off x="646025" y="3144675"/>
                <a:ext cx="48800" cy="52925"/>
              </a:xfrm>
              <a:custGeom>
                <a:rect b="b" l="l" r="r" t="t"/>
                <a:pathLst>
                  <a:path extrusionOk="0" h="2117" w="1952">
                    <a:moveTo>
                      <a:pt x="1049" y="0"/>
                    </a:moveTo>
                    <a:lnTo>
                      <a:pt x="635" y="98"/>
                    </a:lnTo>
                    <a:cubicBezTo>
                      <a:pt x="586" y="147"/>
                      <a:pt x="562" y="220"/>
                      <a:pt x="537" y="293"/>
                    </a:cubicBezTo>
                    <a:cubicBezTo>
                      <a:pt x="537" y="293"/>
                      <a:pt x="537" y="293"/>
                      <a:pt x="537" y="318"/>
                    </a:cubicBezTo>
                    <a:cubicBezTo>
                      <a:pt x="447" y="287"/>
                      <a:pt x="347" y="267"/>
                      <a:pt x="267" y="267"/>
                    </a:cubicBezTo>
                    <a:cubicBezTo>
                      <a:pt x="217" y="267"/>
                      <a:pt x="175" y="275"/>
                      <a:pt x="147" y="293"/>
                    </a:cubicBezTo>
                    <a:lnTo>
                      <a:pt x="147" y="318"/>
                    </a:lnTo>
                    <a:cubicBezTo>
                      <a:pt x="123" y="342"/>
                      <a:pt x="147" y="366"/>
                      <a:pt x="123" y="366"/>
                    </a:cubicBezTo>
                    <a:cubicBezTo>
                      <a:pt x="123" y="391"/>
                      <a:pt x="123" y="391"/>
                      <a:pt x="123" y="415"/>
                    </a:cubicBezTo>
                    <a:cubicBezTo>
                      <a:pt x="123" y="440"/>
                      <a:pt x="110" y="440"/>
                      <a:pt x="98" y="440"/>
                    </a:cubicBezTo>
                    <a:cubicBezTo>
                      <a:pt x="86" y="440"/>
                      <a:pt x="74" y="440"/>
                      <a:pt x="74" y="464"/>
                    </a:cubicBezTo>
                    <a:cubicBezTo>
                      <a:pt x="25" y="683"/>
                      <a:pt x="1" y="927"/>
                      <a:pt x="1" y="1147"/>
                    </a:cubicBezTo>
                    <a:cubicBezTo>
                      <a:pt x="25" y="1220"/>
                      <a:pt x="25" y="1293"/>
                      <a:pt x="50" y="1366"/>
                    </a:cubicBezTo>
                    <a:cubicBezTo>
                      <a:pt x="50" y="1391"/>
                      <a:pt x="50" y="1391"/>
                      <a:pt x="50" y="1415"/>
                    </a:cubicBezTo>
                    <a:cubicBezTo>
                      <a:pt x="50" y="1415"/>
                      <a:pt x="98" y="1513"/>
                      <a:pt x="147" y="1635"/>
                    </a:cubicBezTo>
                    <a:cubicBezTo>
                      <a:pt x="196" y="1708"/>
                      <a:pt x="245" y="1781"/>
                      <a:pt x="293" y="1854"/>
                    </a:cubicBezTo>
                    <a:lnTo>
                      <a:pt x="318" y="1854"/>
                    </a:lnTo>
                    <a:cubicBezTo>
                      <a:pt x="415" y="1927"/>
                      <a:pt x="318" y="1903"/>
                      <a:pt x="415" y="1976"/>
                    </a:cubicBezTo>
                    <a:cubicBezTo>
                      <a:pt x="440" y="1976"/>
                      <a:pt x="489" y="2000"/>
                      <a:pt x="513" y="2025"/>
                    </a:cubicBezTo>
                    <a:cubicBezTo>
                      <a:pt x="537" y="2049"/>
                      <a:pt x="562" y="2049"/>
                      <a:pt x="610" y="2074"/>
                    </a:cubicBezTo>
                    <a:cubicBezTo>
                      <a:pt x="610" y="2074"/>
                      <a:pt x="659" y="2098"/>
                      <a:pt x="635" y="2098"/>
                    </a:cubicBezTo>
                    <a:cubicBezTo>
                      <a:pt x="635" y="2106"/>
                      <a:pt x="640" y="2109"/>
                      <a:pt x="649" y="2109"/>
                    </a:cubicBezTo>
                    <a:cubicBezTo>
                      <a:pt x="667" y="2109"/>
                      <a:pt x="700" y="2098"/>
                      <a:pt x="732" y="2098"/>
                    </a:cubicBezTo>
                    <a:cubicBezTo>
                      <a:pt x="757" y="2098"/>
                      <a:pt x="732" y="2098"/>
                      <a:pt x="732" y="2074"/>
                    </a:cubicBezTo>
                    <a:lnTo>
                      <a:pt x="806" y="2074"/>
                    </a:lnTo>
                    <a:cubicBezTo>
                      <a:pt x="822" y="2074"/>
                      <a:pt x="827" y="2096"/>
                      <a:pt x="822" y="2103"/>
                    </a:cubicBezTo>
                    <a:lnTo>
                      <a:pt x="822" y="2103"/>
                    </a:lnTo>
                    <a:cubicBezTo>
                      <a:pt x="816" y="2101"/>
                      <a:pt x="811" y="2100"/>
                      <a:pt x="806" y="2098"/>
                    </a:cubicBezTo>
                    <a:lnTo>
                      <a:pt x="806" y="2098"/>
                    </a:lnTo>
                    <a:cubicBezTo>
                      <a:pt x="810" y="2103"/>
                      <a:pt x="814" y="2105"/>
                      <a:pt x="817" y="2105"/>
                    </a:cubicBezTo>
                    <a:cubicBezTo>
                      <a:pt x="819" y="2105"/>
                      <a:pt x="821" y="2104"/>
                      <a:pt x="822" y="2103"/>
                    </a:cubicBezTo>
                    <a:lnTo>
                      <a:pt x="822" y="2103"/>
                    </a:lnTo>
                    <a:cubicBezTo>
                      <a:pt x="854" y="2112"/>
                      <a:pt x="891" y="2116"/>
                      <a:pt x="928" y="2116"/>
                    </a:cubicBezTo>
                    <a:cubicBezTo>
                      <a:pt x="970" y="2116"/>
                      <a:pt x="1013" y="2110"/>
                      <a:pt x="1049" y="2098"/>
                    </a:cubicBezTo>
                    <a:cubicBezTo>
                      <a:pt x="1171" y="2074"/>
                      <a:pt x="1269" y="2049"/>
                      <a:pt x="1367" y="2000"/>
                    </a:cubicBezTo>
                    <a:cubicBezTo>
                      <a:pt x="1537" y="1903"/>
                      <a:pt x="1684" y="1781"/>
                      <a:pt x="1781" y="1610"/>
                    </a:cubicBezTo>
                    <a:cubicBezTo>
                      <a:pt x="1757" y="1610"/>
                      <a:pt x="1732" y="1683"/>
                      <a:pt x="1708" y="1683"/>
                    </a:cubicBezTo>
                    <a:cubicBezTo>
                      <a:pt x="1708" y="1635"/>
                      <a:pt x="1757" y="1635"/>
                      <a:pt x="1757" y="1586"/>
                    </a:cubicBezTo>
                    <a:cubicBezTo>
                      <a:pt x="1757" y="1561"/>
                      <a:pt x="1806" y="1513"/>
                      <a:pt x="1854" y="1513"/>
                    </a:cubicBezTo>
                    <a:lnTo>
                      <a:pt x="1854" y="1488"/>
                    </a:lnTo>
                    <a:lnTo>
                      <a:pt x="1879" y="1464"/>
                    </a:lnTo>
                    <a:cubicBezTo>
                      <a:pt x="1903" y="1366"/>
                      <a:pt x="1903" y="1342"/>
                      <a:pt x="1928" y="1342"/>
                    </a:cubicBezTo>
                    <a:cubicBezTo>
                      <a:pt x="1928" y="1293"/>
                      <a:pt x="1952" y="1269"/>
                      <a:pt x="1952" y="1220"/>
                    </a:cubicBezTo>
                    <a:cubicBezTo>
                      <a:pt x="1952" y="1147"/>
                      <a:pt x="1952" y="1074"/>
                      <a:pt x="1952" y="1000"/>
                    </a:cubicBezTo>
                    <a:cubicBezTo>
                      <a:pt x="1952" y="1000"/>
                      <a:pt x="1952" y="1011"/>
                      <a:pt x="1945" y="1011"/>
                    </a:cubicBezTo>
                    <a:cubicBezTo>
                      <a:pt x="1941" y="1011"/>
                      <a:pt x="1936" y="1009"/>
                      <a:pt x="1928" y="1000"/>
                    </a:cubicBezTo>
                    <a:cubicBezTo>
                      <a:pt x="1903" y="976"/>
                      <a:pt x="1903" y="927"/>
                      <a:pt x="1928" y="903"/>
                    </a:cubicBezTo>
                    <a:cubicBezTo>
                      <a:pt x="1949" y="903"/>
                      <a:pt x="1913" y="826"/>
                      <a:pt x="1888" y="826"/>
                    </a:cubicBezTo>
                    <a:cubicBezTo>
                      <a:pt x="1884" y="826"/>
                      <a:pt x="1881" y="827"/>
                      <a:pt x="1879" y="830"/>
                    </a:cubicBezTo>
                    <a:cubicBezTo>
                      <a:pt x="1879" y="830"/>
                      <a:pt x="1879" y="767"/>
                      <a:pt x="1891" y="767"/>
                    </a:cubicBezTo>
                    <a:cubicBezTo>
                      <a:pt x="1894" y="767"/>
                      <a:pt x="1898" y="771"/>
                      <a:pt x="1903" y="781"/>
                    </a:cubicBezTo>
                    <a:cubicBezTo>
                      <a:pt x="1903" y="757"/>
                      <a:pt x="1879" y="732"/>
                      <a:pt x="1879" y="732"/>
                    </a:cubicBezTo>
                    <a:lnTo>
                      <a:pt x="1879" y="781"/>
                    </a:lnTo>
                    <a:cubicBezTo>
                      <a:pt x="1830" y="683"/>
                      <a:pt x="1830" y="635"/>
                      <a:pt x="1806" y="610"/>
                    </a:cubicBezTo>
                    <a:lnTo>
                      <a:pt x="1806" y="635"/>
                    </a:lnTo>
                    <a:cubicBezTo>
                      <a:pt x="1781" y="586"/>
                      <a:pt x="1757" y="561"/>
                      <a:pt x="1757" y="537"/>
                    </a:cubicBezTo>
                    <a:lnTo>
                      <a:pt x="1757" y="537"/>
                    </a:lnTo>
                    <a:lnTo>
                      <a:pt x="1806" y="561"/>
                    </a:lnTo>
                    <a:cubicBezTo>
                      <a:pt x="1757" y="513"/>
                      <a:pt x="1732" y="464"/>
                      <a:pt x="1684" y="415"/>
                    </a:cubicBezTo>
                    <a:lnTo>
                      <a:pt x="1684" y="440"/>
                    </a:lnTo>
                    <a:cubicBezTo>
                      <a:pt x="1635" y="415"/>
                      <a:pt x="1562" y="318"/>
                      <a:pt x="1464" y="269"/>
                    </a:cubicBezTo>
                    <a:cubicBezTo>
                      <a:pt x="1391" y="196"/>
                      <a:pt x="1318" y="171"/>
                      <a:pt x="1245" y="147"/>
                    </a:cubicBezTo>
                    <a:lnTo>
                      <a:pt x="1245" y="171"/>
                    </a:lnTo>
                    <a:lnTo>
                      <a:pt x="1196" y="147"/>
                    </a:lnTo>
                    <a:cubicBezTo>
                      <a:pt x="1196" y="147"/>
                      <a:pt x="1245" y="122"/>
                      <a:pt x="1245" y="122"/>
                    </a:cubicBezTo>
                    <a:cubicBezTo>
                      <a:pt x="1245" y="122"/>
                      <a:pt x="1147" y="49"/>
                      <a:pt x="10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8"/>
              <p:cNvSpPr/>
              <p:nvPr/>
            </p:nvSpPr>
            <p:spPr>
              <a:xfrm>
                <a:off x="798475" y="3083700"/>
                <a:ext cx="45750" cy="48200"/>
              </a:xfrm>
              <a:custGeom>
                <a:rect b="b" l="l" r="r" t="t"/>
                <a:pathLst>
                  <a:path extrusionOk="0" h="1928" w="1830">
                    <a:moveTo>
                      <a:pt x="927" y="1"/>
                    </a:moveTo>
                    <a:lnTo>
                      <a:pt x="512" y="25"/>
                    </a:lnTo>
                    <a:lnTo>
                      <a:pt x="439" y="98"/>
                    </a:lnTo>
                    <a:lnTo>
                      <a:pt x="390" y="98"/>
                    </a:lnTo>
                    <a:cubicBezTo>
                      <a:pt x="366" y="98"/>
                      <a:pt x="342" y="122"/>
                      <a:pt x="317" y="122"/>
                    </a:cubicBezTo>
                    <a:lnTo>
                      <a:pt x="244" y="171"/>
                    </a:lnTo>
                    <a:cubicBezTo>
                      <a:pt x="206" y="190"/>
                      <a:pt x="182" y="210"/>
                      <a:pt x="162" y="229"/>
                    </a:cubicBezTo>
                    <a:lnTo>
                      <a:pt x="162" y="229"/>
                    </a:lnTo>
                    <a:cubicBezTo>
                      <a:pt x="165" y="226"/>
                      <a:pt x="168" y="223"/>
                      <a:pt x="171" y="220"/>
                    </a:cubicBezTo>
                    <a:lnTo>
                      <a:pt x="171" y="220"/>
                    </a:lnTo>
                    <a:lnTo>
                      <a:pt x="146" y="244"/>
                    </a:lnTo>
                    <a:cubicBezTo>
                      <a:pt x="152" y="239"/>
                      <a:pt x="157" y="234"/>
                      <a:pt x="162" y="229"/>
                    </a:cubicBezTo>
                    <a:lnTo>
                      <a:pt x="162" y="229"/>
                    </a:lnTo>
                    <a:cubicBezTo>
                      <a:pt x="96" y="299"/>
                      <a:pt x="72" y="369"/>
                      <a:pt x="49" y="440"/>
                    </a:cubicBezTo>
                    <a:cubicBezTo>
                      <a:pt x="49" y="464"/>
                      <a:pt x="25" y="488"/>
                      <a:pt x="0" y="513"/>
                    </a:cubicBezTo>
                    <a:lnTo>
                      <a:pt x="0" y="561"/>
                    </a:lnTo>
                    <a:lnTo>
                      <a:pt x="0" y="610"/>
                    </a:lnTo>
                    <a:cubicBezTo>
                      <a:pt x="0" y="610"/>
                      <a:pt x="49" y="635"/>
                      <a:pt x="49" y="683"/>
                    </a:cubicBezTo>
                    <a:cubicBezTo>
                      <a:pt x="73" y="708"/>
                      <a:pt x="73" y="732"/>
                      <a:pt x="98" y="757"/>
                    </a:cubicBezTo>
                    <a:cubicBezTo>
                      <a:pt x="73" y="903"/>
                      <a:pt x="98" y="1049"/>
                      <a:pt x="146" y="1196"/>
                    </a:cubicBezTo>
                    <a:cubicBezTo>
                      <a:pt x="171" y="1342"/>
                      <a:pt x="244" y="1464"/>
                      <a:pt x="317" y="1561"/>
                    </a:cubicBezTo>
                    <a:cubicBezTo>
                      <a:pt x="415" y="1708"/>
                      <a:pt x="561" y="1830"/>
                      <a:pt x="707" y="1927"/>
                    </a:cubicBezTo>
                    <a:lnTo>
                      <a:pt x="1146" y="1927"/>
                    </a:lnTo>
                    <a:cubicBezTo>
                      <a:pt x="1244" y="1854"/>
                      <a:pt x="1317" y="1781"/>
                      <a:pt x="1390" y="1732"/>
                    </a:cubicBezTo>
                    <a:cubicBezTo>
                      <a:pt x="1464" y="1708"/>
                      <a:pt x="1512" y="1659"/>
                      <a:pt x="1561" y="1586"/>
                    </a:cubicBezTo>
                    <a:lnTo>
                      <a:pt x="1561" y="1586"/>
                    </a:lnTo>
                    <a:cubicBezTo>
                      <a:pt x="1553" y="1594"/>
                      <a:pt x="1548" y="1597"/>
                      <a:pt x="1545" y="1597"/>
                    </a:cubicBezTo>
                    <a:cubicBezTo>
                      <a:pt x="1539" y="1597"/>
                      <a:pt x="1545" y="1586"/>
                      <a:pt x="1561" y="1586"/>
                    </a:cubicBezTo>
                    <a:cubicBezTo>
                      <a:pt x="1585" y="1561"/>
                      <a:pt x="1634" y="1513"/>
                      <a:pt x="1634" y="1513"/>
                    </a:cubicBezTo>
                    <a:cubicBezTo>
                      <a:pt x="1634" y="1513"/>
                      <a:pt x="1634" y="1513"/>
                      <a:pt x="1683" y="1415"/>
                    </a:cubicBezTo>
                    <a:cubicBezTo>
                      <a:pt x="1707" y="1391"/>
                      <a:pt x="1707" y="1342"/>
                      <a:pt x="1732" y="1318"/>
                    </a:cubicBezTo>
                    <a:cubicBezTo>
                      <a:pt x="1756" y="1269"/>
                      <a:pt x="1781" y="1196"/>
                      <a:pt x="1805" y="1147"/>
                    </a:cubicBezTo>
                    <a:cubicBezTo>
                      <a:pt x="1829" y="1001"/>
                      <a:pt x="1829" y="854"/>
                      <a:pt x="1781" y="708"/>
                    </a:cubicBezTo>
                    <a:cubicBezTo>
                      <a:pt x="1707" y="586"/>
                      <a:pt x="1634" y="464"/>
                      <a:pt x="1512" y="366"/>
                    </a:cubicBezTo>
                    <a:cubicBezTo>
                      <a:pt x="1464" y="342"/>
                      <a:pt x="1415" y="318"/>
                      <a:pt x="1390" y="269"/>
                    </a:cubicBezTo>
                    <a:lnTo>
                      <a:pt x="1317" y="220"/>
                    </a:lnTo>
                    <a:lnTo>
                      <a:pt x="1244" y="220"/>
                    </a:lnTo>
                    <a:cubicBezTo>
                      <a:pt x="1220" y="171"/>
                      <a:pt x="1195" y="147"/>
                      <a:pt x="1171" y="122"/>
                    </a:cubicBezTo>
                    <a:lnTo>
                      <a:pt x="1122" y="98"/>
                    </a:lnTo>
                    <a:cubicBezTo>
                      <a:pt x="1049" y="49"/>
                      <a:pt x="1000" y="25"/>
                      <a:pt x="9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28"/>
              <p:cNvSpPr/>
              <p:nvPr/>
            </p:nvSpPr>
            <p:spPr>
              <a:xfrm>
                <a:off x="802125" y="309040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28"/>
              <p:cNvSpPr/>
              <p:nvPr/>
            </p:nvSpPr>
            <p:spPr>
              <a:xfrm>
                <a:off x="713700" y="3105650"/>
                <a:ext cx="50025" cy="51850"/>
              </a:xfrm>
              <a:custGeom>
                <a:rect b="b" l="l" r="r" t="t"/>
                <a:pathLst>
                  <a:path extrusionOk="0" h="2074" w="2001">
                    <a:moveTo>
                      <a:pt x="1001" y="1"/>
                    </a:moveTo>
                    <a:cubicBezTo>
                      <a:pt x="928" y="25"/>
                      <a:pt x="879" y="25"/>
                      <a:pt x="830" y="49"/>
                    </a:cubicBezTo>
                    <a:lnTo>
                      <a:pt x="684" y="123"/>
                    </a:lnTo>
                    <a:lnTo>
                      <a:pt x="660" y="123"/>
                    </a:lnTo>
                    <a:cubicBezTo>
                      <a:pt x="538" y="123"/>
                      <a:pt x="416" y="147"/>
                      <a:pt x="318" y="220"/>
                    </a:cubicBezTo>
                    <a:cubicBezTo>
                      <a:pt x="220" y="269"/>
                      <a:pt x="147" y="366"/>
                      <a:pt x="99" y="464"/>
                    </a:cubicBezTo>
                    <a:cubicBezTo>
                      <a:pt x="50" y="537"/>
                      <a:pt x="50" y="610"/>
                      <a:pt x="25" y="683"/>
                    </a:cubicBezTo>
                    <a:lnTo>
                      <a:pt x="25" y="659"/>
                    </a:lnTo>
                    <a:cubicBezTo>
                      <a:pt x="25" y="805"/>
                      <a:pt x="1" y="781"/>
                      <a:pt x="25" y="903"/>
                    </a:cubicBezTo>
                    <a:cubicBezTo>
                      <a:pt x="50" y="903"/>
                      <a:pt x="99" y="1025"/>
                      <a:pt x="123" y="1049"/>
                    </a:cubicBezTo>
                    <a:lnTo>
                      <a:pt x="196" y="1196"/>
                    </a:lnTo>
                    <a:cubicBezTo>
                      <a:pt x="220" y="1244"/>
                      <a:pt x="245" y="1293"/>
                      <a:pt x="245" y="1318"/>
                    </a:cubicBezTo>
                    <a:cubicBezTo>
                      <a:pt x="294" y="1391"/>
                      <a:pt x="367" y="1488"/>
                      <a:pt x="391" y="1537"/>
                    </a:cubicBezTo>
                    <a:cubicBezTo>
                      <a:pt x="440" y="1659"/>
                      <a:pt x="513" y="1781"/>
                      <a:pt x="586" y="1879"/>
                    </a:cubicBezTo>
                    <a:lnTo>
                      <a:pt x="586" y="2001"/>
                    </a:lnTo>
                    <a:cubicBezTo>
                      <a:pt x="660" y="1976"/>
                      <a:pt x="708" y="1927"/>
                      <a:pt x="757" y="1903"/>
                    </a:cubicBezTo>
                    <a:cubicBezTo>
                      <a:pt x="903" y="2025"/>
                      <a:pt x="1099" y="2074"/>
                      <a:pt x="1294" y="2074"/>
                    </a:cubicBezTo>
                    <a:cubicBezTo>
                      <a:pt x="1440" y="2049"/>
                      <a:pt x="1611" y="1976"/>
                      <a:pt x="1708" y="1854"/>
                    </a:cubicBezTo>
                    <a:lnTo>
                      <a:pt x="1830" y="1757"/>
                    </a:lnTo>
                    <a:lnTo>
                      <a:pt x="1928" y="1635"/>
                    </a:lnTo>
                    <a:lnTo>
                      <a:pt x="1928" y="1635"/>
                    </a:lnTo>
                    <a:cubicBezTo>
                      <a:pt x="1909" y="1653"/>
                      <a:pt x="1898" y="1661"/>
                      <a:pt x="1893" y="1661"/>
                    </a:cubicBezTo>
                    <a:cubicBezTo>
                      <a:pt x="1886" y="1661"/>
                      <a:pt x="1898" y="1640"/>
                      <a:pt x="1928" y="1610"/>
                    </a:cubicBezTo>
                    <a:cubicBezTo>
                      <a:pt x="1977" y="1513"/>
                      <a:pt x="1977" y="1488"/>
                      <a:pt x="1977" y="1488"/>
                    </a:cubicBezTo>
                    <a:lnTo>
                      <a:pt x="1977" y="1488"/>
                    </a:lnTo>
                    <a:cubicBezTo>
                      <a:pt x="1977" y="1488"/>
                      <a:pt x="1975" y="1490"/>
                      <a:pt x="1973" y="1490"/>
                    </a:cubicBezTo>
                    <a:cubicBezTo>
                      <a:pt x="1967" y="1490"/>
                      <a:pt x="1958" y="1476"/>
                      <a:pt x="1977" y="1366"/>
                    </a:cubicBezTo>
                    <a:cubicBezTo>
                      <a:pt x="2001" y="1244"/>
                      <a:pt x="2001" y="1122"/>
                      <a:pt x="1977" y="1001"/>
                    </a:cubicBezTo>
                    <a:cubicBezTo>
                      <a:pt x="1928" y="854"/>
                      <a:pt x="1855" y="732"/>
                      <a:pt x="1757" y="610"/>
                    </a:cubicBezTo>
                    <a:cubicBezTo>
                      <a:pt x="1757" y="562"/>
                      <a:pt x="1733" y="513"/>
                      <a:pt x="1708" y="464"/>
                    </a:cubicBezTo>
                    <a:lnTo>
                      <a:pt x="1659" y="391"/>
                    </a:lnTo>
                    <a:cubicBezTo>
                      <a:pt x="1659" y="391"/>
                      <a:pt x="1659" y="366"/>
                      <a:pt x="1635" y="342"/>
                    </a:cubicBezTo>
                    <a:cubicBezTo>
                      <a:pt x="1635" y="318"/>
                      <a:pt x="1611" y="293"/>
                      <a:pt x="1586" y="269"/>
                    </a:cubicBezTo>
                    <a:cubicBezTo>
                      <a:pt x="1586" y="244"/>
                      <a:pt x="1562" y="220"/>
                      <a:pt x="1562" y="220"/>
                    </a:cubicBezTo>
                    <a:cubicBezTo>
                      <a:pt x="1538" y="196"/>
                      <a:pt x="1513" y="171"/>
                      <a:pt x="1513" y="171"/>
                    </a:cubicBezTo>
                    <a:cubicBezTo>
                      <a:pt x="1464" y="123"/>
                      <a:pt x="1416" y="98"/>
                      <a:pt x="1367" y="74"/>
                    </a:cubicBezTo>
                    <a:cubicBezTo>
                      <a:pt x="1318" y="49"/>
                      <a:pt x="1245" y="25"/>
                      <a:pt x="11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28"/>
              <p:cNvSpPr/>
              <p:nvPr/>
            </p:nvSpPr>
            <p:spPr>
              <a:xfrm>
                <a:off x="790550" y="3185225"/>
                <a:ext cx="48175" cy="56225"/>
              </a:xfrm>
              <a:custGeom>
                <a:rect b="b" l="l" r="r" t="t"/>
                <a:pathLst>
                  <a:path extrusionOk="0" h="2249" w="1927">
                    <a:moveTo>
                      <a:pt x="829" y="988"/>
                    </a:moveTo>
                    <a:cubicBezTo>
                      <a:pt x="829" y="988"/>
                      <a:pt x="829" y="1013"/>
                      <a:pt x="854" y="1013"/>
                    </a:cubicBezTo>
                    <a:cubicBezTo>
                      <a:pt x="854" y="1037"/>
                      <a:pt x="854" y="1037"/>
                      <a:pt x="829" y="1037"/>
                    </a:cubicBezTo>
                    <a:cubicBezTo>
                      <a:pt x="805" y="1037"/>
                      <a:pt x="829" y="1013"/>
                      <a:pt x="829" y="988"/>
                    </a:cubicBezTo>
                    <a:close/>
                    <a:moveTo>
                      <a:pt x="735" y="0"/>
                    </a:moveTo>
                    <a:cubicBezTo>
                      <a:pt x="665" y="0"/>
                      <a:pt x="598" y="13"/>
                      <a:pt x="537" y="37"/>
                    </a:cubicBezTo>
                    <a:cubicBezTo>
                      <a:pt x="366" y="135"/>
                      <a:pt x="220" y="281"/>
                      <a:pt x="171" y="452"/>
                    </a:cubicBezTo>
                    <a:lnTo>
                      <a:pt x="171" y="427"/>
                    </a:lnTo>
                    <a:cubicBezTo>
                      <a:pt x="122" y="500"/>
                      <a:pt x="98" y="598"/>
                      <a:pt x="73" y="671"/>
                    </a:cubicBezTo>
                    <a:cubicBezTo>
                      <a:pt x="73" y="720"/>
                      <a:pt x="49" y="769"/>
                      <a:pt x="49" y="817"/>
                    </a:cubicBezTo>
                    <a:cubicBezTo>
                      <a:pt x="49" y="866"/>
                      <a:pt x="49" y="939"/>
                      <a:pt x="24" y="988"/>
                    </a:cubicBezTo>
                    <a:cubicBezTo>
                      <a:pt x="0" y="1159"/>
                      <a:pt x="24" y="1354"/>
                      <a:pt x="73" y="1525"/>
                    </a:cubicBezTo>
                    <a:lnTo>
                      <a:pt x="73" y="1500"/>
                    </a:lnTo>
                    <a:cubicBezTo>
                      <a:pt x="98" y="1574"/>
                      <a:pt x="122" y="1671"/>
                      <a:pt x="122" y="1744"/>
                    </a:cubicBezTo>
                    <a:cubicBezTo>
                      <a:pt x="124" y="1742"/>
                      <a:pt x="127" y="1741"/>
                      <a:pt x="130" y="1741"/>
                    </a:cubicBezTo>
                    <a:cubicBezTo>
                      <a:pt x="159" y="1741"/>
                      <a:pt x="222" y="1844"/>
                      <a:pt x="244" y="1866"/>
                    </a:cubicBezTo>
                    <a:cubicBezTo>
                      <a:pt x="293" y="1915"/>
                      <a:pt x="342" y="1964"/>
                      <a:pt x="390" y="1988"/>
                    </a:cubicBezTo>
                    <a:cubicBezTo>
                      <a:pt x="439" y="2037"/>
                      <a:pt x="488" y="2086"/>
                      <a:pt x="561" y="2110"/>
                    </a:cubicBezTo>
                    <a:cubicBezTo>
                      <a:pt x="634" y="2159"/>
                      <a:pt x="683" y="2183"/>
                      <a:pt x="756" y="2208"/>
                    </a:cubicBezTo>
                    <a:lnTo>
                      <a:pt x="854" y="2232"/>
                    </a:lnTo>
                    <a:lnTo>
                      <a:pt x="927" y="2232"/>
                    </a:lnTo>
                    <a:cubicBezTo>
                      <a:pt x="1008" y="2242"/>
                      <a:pt x="1089" y="2248"/>
                      <a:pt x="1169" y="2248"/>
                    </a:cubicBezTo>
                    <a:cubicBezTo>
                      <a:pt x="1284" y="2248"/>
                      <a:pt x="1398" y="2236"/>
                      <a:pt x="1512" y="2208"/>
                    </a:cubicBezTo>
                    <a:lnTo>
                      <a:pt x="1659" y="2208"/>
                    </a:lnTo>
                    <a:cubicBezTo>
                      <a:pt x="1659" y="2086"/>
                      <a:pt x="1659" y="1988"/>
                      <a:pt x="1634" y="1891"/>
                    </a:cubicBezTo>
                    <a:lnTo>
                      <a:pt x="1634" y="1842"/>
                    </a:lnTo>
                    <a:cubicBezTo>
                      <a:pt x="1707" y="1793"/>
                      <a:pt x="1756" y="1720"/>
                      <a:pt x="1805" y="1622"/>
                    </a:cubicBezTo>
                    <a:cubicBezTo>
                      <a:pt x="1854" y="1549"/>
                      <a:pt x="1902" y="1427"/>
                      <a:pt x="1927" y="1330"/>
                    </a:cubicBezTo>
                    <a:lnTo>
                      <a:pt x="1927" y="1330"/>
                    </a:lnTo>
                    <a:cubicBezTo>
                      <a:pt x="1917" y="1350"/>
                      <a:pt x="1911" y="1358"/>
                      <a:pt x="1907" y="1358"/>
                    </a:cubicBezTo>
                    <a:cubicBezTo>
                      <a:pt x="1902" y="1358"/>
                      <a:pt x="1902" y="1344"/>
                      <a:pt x="1902" y="1330"/>
                    </a:cubicBezTo>
                    <a:cubicBezTo>
                      <a:pt x="1927" y="1183"/>
                      <a:pt x="1902" y="1183"/>
                      <a:pt x="1902" y="1183"/>
                    </a:cubicBezTo>
                    <a:cubicBezTo>
                      <a:pt x="1902" y="1159"/>
                      <a:pt x="1902" y="1183"/>
                      <a:pt x="1878" y="1013"/>
                    </a:cubicBezTo>
                    <a:cubicBezTo>
                      <a:pt x="1805" y="744"/>
                      <a:pt x="1659" y="500"/>
                      <a:pt x="1439" y="305"/>
                    </a:cubicBezTo>
                    <a:lnTo>
                      <a:pt x="1342" y="232"/>
                    </a:lnTo>
                    <a:lnTo>
                      <a:pt x="1220" y="159"/>
                    </a:lnTo>
                    <a:cubicBezTo>
                      <a:pt x="1171" y="135"/>
                      <a:pt x="1146" y="110"/>
                      <a:pt x="1098" y="86"/>
                    </a:cubicBezTo>
                    <a:cubicBezTo>
                      <a:pt x="1049" y="61"/>
                      <a:pt x="1000" y="37"/>
                      <a:pt x="951" y="37"/>
                    </a:cubicBezTo>
                    <a:cubicBezTo>
                      <a:pt x="878" y="13"/>
                      <a:pt x="805" y="0"/>
                      <a:pt x="7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28"/>
              <p:cNvSpPr/>
              <p:nvPr/>
            </p:nvSpPr>
            <p:spPr>
              <a:xfrm>
                <a:off x="716750" y="3227600"/>
                <a:ext cx="47600" cy="50475"/>
              </a:xfrm>
              <a:custGeom>
                <a:rect b="b" l="l" r="r" t="t"/>
                <a:pathLst>
                  <a:path extrusionOk="0" h="2019" w="1904">
                    <a:moveTo>
                      <a:pt x="611" y="0"/>
                    </a:moveTo>
                    <a:cubicBezTo>
                      <a:pt x="613" y="3"/>
                      <a:pt x="616" y="6"/>
                      <a:pt x="619" y="9"/>
                    </a:cubicBezTo>
                    <a:lnTo>
                      <a:pt x="619" y="9"/>
                    </a:lnTo>
                    <a:lnTo>
                      <a:pt x="635" y="0"/>
                    </a:lnTo>
                    <a:close/>
                    <a:moveTo>
                      <a:pt x="619" y="9"/>
                    </a:moveTo>
                    <a:lnTo>
                      <a:pt x="123" y="269"/>
                    </a:lnTo>
                    <a:cubicBezTo>
                      <a:pt x="123" y="318"/>
                      <a:pt x="123" y="366"/>
                      <a:pt x="123" y="415"/>
                    </a:cubicBezTo>
                    <a:lnTo>
                      <a:pt x="123" y="683"/>
                    </a:lnTo>
                    <a:cubicBezTo>
                      <a:pt x="123" y="708"/>
                      <a:pt x="123" y="708"/>
                      <a:pt x="123" y="732"/>
                    </a:cubicBezTo>
                    <a:cubicBezTo>
                      <a:pt x="123" y="732"/>
                      <a:pt x="98" y="732"/>
                      <a:pt x="98" y="757"/>
                    </a:cubicBezTo>
                    <a:cubicBezTo>
                      <a:pt x="74" y="830"/>
                      <a:pt x="50" y="879"/>
                      <a:pt x="25" y="952"/>
                    </a:cubicBezTo>
                    <a:cubicBezTo>
                      <a:pt x="25" y="1000"/>
                      <a:pt x="1" y="1049"/>
                      <a:pt x="1" y="1074"/>
                    </a:cubicBezTo>
                    <a:cubicBezTo>
                      <a:pt x="1" y="1147"/>
                      <a:pt x="1" y="1196"/>
                      <a:pt x="1" y="1244"/>
                    </a:cubicBezTo>
                    <a:cubicBezTo>
                      <a:pt x="1" y="1464"/>
                      <a:pt x="98" y="1659"/>
                      <a:pt x="245" y="1805"/>
                    </a:cubicBezTo>
                    <a:cubicBezTo>
                      <a:pt x="318" y="1878"/>
                      <a:pt x="416" y="1952"/>
                      <a:pt x="538" y="1976"/>
                    </a:cubicBezTo>
                    <a:cubicBezTo>
                      <a:pt x="562" y="1976"/>
                      <a:pt x="562" y="2000"/>
                      <a:pt x="586" y="2000"/>
                    </a:cubicBezTo>
                    <a:cubicBezTo>
                      <a:pt x="635" y="2013"/>
                      <a:pt x="690" y="2019"/>
                      <a:pt x="745" y="2019"/>
                    </a:cubicBezTo>
                    <a:cubicBezTo>
                      <a:pt x="800" y="2019"/>
                      <a:pt x="855" y="2013"/>
                      <a:pt x="903" y="2000"/>
                    </a:cubicBezTo>
                    <a:cubicBezTo>
                      <a:pt x="1001" y="2000"/>
                      <a:pt x="1123" y="1976"/>
                      <a:pt x="1220" y="1952"/>
                    </a:cubicBezTo>
                    <a:lnTo>
                      <a:pt x="1220" y="1927"/>
                    </a:lnTo>
                    <a:cubicBezTo>
                      <a:pt x="1256" y="1909"/>
                      <a:pt x="1269" y="1905"/>
                      <a:pt x="1276" y="1905"/>
                    </a:cubicBezTo>
                    <a:cubicBezTo>
                      <a:pt x="1283" y="1905"/>
                      <a:pt x="1283" y="1910"/>
                      <a:pt x="1298" y="1910"/>
                    </a:cubicBezTo>
                    <a:cubicBezTo>
                      <a:pt x="1307" y="1910"/>
                      <a:pt x="1320" y="1908"/>
                      <a:pt x="1342" y="1903"/>
                    </a:cubicBezTo>
                    <a:cubicBezTo>
                      <a:pt x="1342" y="1830"/>
                      <a:pt x="1489" y="1830"/>
                      <a:pt x="1489" y="1781"/>
                    </a:cubicBezTo>
                    <a:cubicBezTo>
                      <a:pt x="1489" y="1781"/>
                      <a:pt x="1537" y="1757"/>
                      <a:pt x="1537" y="1757"/>
                    </a:cubicBezTo>
                    <a:cubicBezTo>
                      <a:pt x="1537" y="1760"/>
                      <a:pt x="1538" y="1761"/>
                      <a:pt x="1540" y="1761"/>
                    </a:cubicBezTo>
                    <a:cubicBezTo>
                      <a:pt x="1551" y="1761"/>
                      <a:pt x="1590" y="1704"/>
                      <a:pt x="1611" y="1683"/>
                    </a:cubicBezTo>
                    <a:cubicBezTo>
                      <a:pt x="1619" y="1675"/>
                      <a:pt x="1621" y="1673"/>
                      <a:pt x="1621" y="1673"/>
                    </a:cubicBezTo>
                    <a:cubicBezTo>
                      <a:pt x="1619" y="1673"/>
                      <a:pt x="1603" y="1683"/>
                      <a:pt x="1586" y="1683"/>
                    </a:cubicBezTo>
                    <a:lnTo>
                      <a:pt x="1635" y="1635"/>
                    </a:lnTo>
                    <a:cubicBezTo>
                      <a:pt x="1647" y="1622"/>
                      <a:pt x="1659" y="1616"/>
                      <a:pt x="1666" y="1616"/>
                    </a:cubicBezTo>
                    <a:cubicBezTo>
                      <a:pt x="1672" y="1616"/>
                      <a:pt x="1672" y="1622"/>
                      <a:pt x="1659" y="1635"/>
                    </a:cubicBezTo>
                    <a:cubicBezTo>
                      <a:pt x="1733" y="1561"/>
                      <a:pt x="1781" y="1464"/>
                      <a:pt x="1830" y="1366"/>
                    </a:cubicBezTo>
                    <a:cubicBezTo>
                      <a:pt x="1879" y="1244"/>
                      <a:pt x="1903" y="1074"/>
                      <a:pt x="1879" y="927"/>
                    </a:cubicBezTo>
                    <a:cubicBezTo>
                      <a:pt x="1855" y="781"/>
                      <a:pt x="1781" y="635"/>
                      <a:pt x="1684" y="513"/>
                    </a:cubicBezTo>
                    <a:cubicBezTo>
                      <a:pt x="1611" y="464"/>
                      <a:pt x="1537" y="415"/>
                      <a:pt x="1464" y="366"/>
                    </a:cubicBezTo>
                    <a:lnTo>
                      <a:pt x="1464" y="366"/>
                    </a:lnTo>
                    <a:cubicBezTo>
                      <a:pt x="1464" y="415"/>
                      <a:pt x="1513" y="439"/>
                      <a:pt x="1513" y="464"/>
                    </a:cubicBezTo>
                    <a:cubicBezTo>
                      <a:pt x="1489" y="439"/>
                      <a:pt x="1464" y="415"/>
                      <a:pt x="1440" y="415"/>
                    </a:cubicBezTo>
                    <a:cubicBezTo>
                      <a:pt x="1416" y="415"/>
                      <a:pt x="1367" y="342"/>
                      <a:pt x="1367" y="293"/>
                    </a:cubicBezTo>
                    <a:lnTo>
                      <a:pt x="1342" y="293"/>
                    </a:lnTo>
                    <a:lnTo>
                      <a:pt x="1342" y="269"/>
                    </a:lnTo>
                    <a:cubicBezTo>
                      <a:pt x="1294" y="244"/>
                      <a:pt x="1220" y="220"/>
                      <a:pt x="1172" y="171"/>
                    </a:cubicBezTo>
                    <a:cubicBezTo>
                      <a:pt x="1098" y="147"/>
                      <a:pt x="1050" y="147"/>
                      <a:pt x="1001" y="122"/>
                    </a:cubicBezTo>
                    <a:cubicBezTo>
                      <a:pt x="996" y="118"/>
                      <a:pt x="994" y="116"/>
                      <a:pt x="994" y="116"/>
                    </a:cubicBezTo>
                    <a:lnTo>
                      <a:pt x="994" y="116"/>
                    </a:lnTo>
                    <a:cubicBezTo>
                      <a:pt x="993" y="116"/>
                      <a:pt x="1020" y="147"/>
                      <a:pt x="1001" y="147"/>
                    </a:cubicBezTo>
                    <a:cubicBezTo>
                      <a:pt x="977" y="147"/>
                      <a:pt x="952" y="147"/>
                      <a:pt x="952" y="122"/>
                    </a:cubicBezTo>
                    <a:cubicBezTo>
                      <a:pt x="952" y="98"/>
                      <a:pt x="928" y="86"/>
                      <a:pt x="906" y="86"/>
                    </a:cubicBezTo>
                    <a:cubicBezTo>
                      <a:pt x="888" y="86"/>
                      <a:pt x="872" y="95"/>
                      <a:pt x="876" y="113"/>
                    </a:cubicBezTo>
                    <a:lnTo>
                      <a:pt x="876" y="113"/>
                    </a:lnTo>
                    <a:cubicBezTo>
                      <a:pt x="862" y="92"/>
                      <a:pt x="812" y="74"/>
                      <a:pt x="855" y="74"/>
                    </a:cubicBezTo>
                    <a:cubicBezTo>
                      <a:pt x="830" y="74"/>
                      <a:pt x="806" y="49"/>
                      <a:pt x="806" y="49"/>
                    </a:cubicBezTo>
                    <a:lnTo>
                      <a:pt x="806" y="49"/>
                    </a:lnTo>
                    <a:lnTo>
                      <a:pt x="830" y="74"/>
                    </a:lnTo>
                    <a:cubicBezTo>
                      <a:pt x="757" y="49"/>
                      <a:pt x="733" y="25"/>
                      <a:pt x="684" y="25"/>
                    </a:cubicBezTo>
                    <a:lnTo>
                      <a:pt x="708" y="49"/>
                    </a:lnTo>
                    <a:cubicBezTo>
                      <a:pt x="665" y="49"/>
                      <a:pt x="641" y="30"/>
                      <a:pt x="619" y="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28"/>
              <p:cNvSpPr/>
              <p:nvPr/>
            </p:nvSpPr>
            <p:spPr>
              <a:xfrm>
                <a:off x="646025" y="3015400"/>
                <a:ext cx="40875" cy="49050"/>
              </a:xfrm>
              <a:custGeom>
                <a:rect b="b" l="l" r="r" t="t"/>
                <a:pathLst>
                  <a:path extrusionOk="0" h="1962" w="1635">
                    <a:moveTo>
                      <a:pt x="659" y="1"/>
                    </a:moveTo>
                    <a:cubicBezTo>
                      <a:pt x="513" y="25"/>
                      <a:pt x="367" y="123"/>
                      <a:pt x="269" y="220"/>
                    </a:cubicBezTo>
                    <a:cubicBezTo>
                      <a:pt x="196" y="294"/>
                      <a:pt x="147" y="367"/>
                      <a:pt x="98" y="464"/>
                    </a:cubicBezTo>
                    <a:cubicBezTo>
                      <a:pt x="50" y="586"/>
                      <a:pt x="25" y="684"/>
                      <a:pt x="25" y="806"/>
                    </a:cubicBezTo>
                    <a:cubicBezTo>
                      <a:pt x="1" y="879"/>
                      <a:pt x="1" y="952"/>
                      <a:pt x="25" y="1001"/>
                    </a:cubicBezTo>
                    <a:cubicBezTo>
                      <a:pt x="25" y="1147"/>
                      <a:pt x="74" y="1294"/>
                      <a:pt x="147" y="1415"/>
                    </a:cubicBezTo>
                    <a:cubicBezTo>
                      <a:pt x="220" y="1562"/>
                      <a:pt x="318" y="1684"/>
                      <a:pt x="464" y="1781"/>
                    </a:cubicBezTo>
                    <a:cubicBezTo>
                      <a:pt x="562" y="1879"/>
                      <a:pt x="708" y="1952"/>
                      <a:pt x="830" y="1952"/>
                    </a:cubicBezTo>
                    <a:cubicBezTo>
                      <a:pt x="860" y="1958"/>
                      <a:pt x="891" y="1961"/>
                      <a:pt x="921" y="1961"/>
                    </a:cubicBezTo>
                    <a:cubicBezTo>
                      <a:pt x="1011" y="1961"/>
                      <a:pt x="1098" y="1934"/>
                      <a:pt x="1171" y="1879"/>
                    </a:cubicBezTo>
                    <a:cubicBezTo>
                      <a:pt x="1245" y="1879"/>
                      <a:pt x="1293" y="1830"/>
                      <a:pt x="1342" y="1781"/>
                    </a:cubicBezTo>
                    <a:cubicBezTo>
                      <a:pt x="1318" y="1781"/>
                      <a:pt x="1318" y="1781"/>
                      <a:pt x="1342" y="1757"/>
                    </a:cubicBezTo>
                    <a:cubicBezTo>
                      <a:pt x="1415" y="1684"/>
                      <a:pt x="1415" y="1684"/>
                      <a:pt x="1415" y="1684"/>
                    </a:cubicBezTo>
                    <a:cubicBezTo>
                      <a:pt x="1415" y="1659"/>
                      <a:pt x="1415" y="1684"/>
                      <a:pt x="1440" y="1586"/>
                    </a:cubicBezTo>
                    <a:cubicBezTo>
                      <a:pt x="1488" y="1464"/>
                      <a:pt x="1513" y="1415"/>
                      <a:pt x="1537" y="1294"/>
                    </a:cubicBezTo>
                    <a:cubicBezTo>
                      <a:pt x="1562" y="1220"/>
                      <a:pt x="1586" y="1172"/>
                      <a:pt x="1586" y="1098"/>
                    </a:cubicBezTo>
                    <a:cubicBezTo>
                      <a:pt x="1610" y="1050"/>
                      <a:pt x="1610" y="976"/>
                      <a:pt x="1635" y="903"/>
                    </a:cubicBezTo>
                    <a:cubicBezTo>
                      <a:pt x="1635" y="830"/>
                      <a:pt x="1635" y="781"/>
                      <a:pt x="1635" y="708"/>
                    </a:cubicBezTo>
                    <a:lnTo>
                      <a:pt x="1635" y="586"/>
                    </a:lnTo>
                    <a:lnTo>
                      <a:pt x="1610" y="489"/>
                    </a:lnTo>
                    <a:cubicBezTo>
                      <a:pt x="1586" y="416"/>
                      <a:pt x="1562" y="318"/>
                      <a:pt x="1513" y="245"/>
                    </a:cubicBezTo>
                    <a:cubicBezTo>
                      <a:pt x="1440" y="147"/>
                      <a:pt x="1318" y="98"/>
                      <a:pt x="1196" y="74"/>
                    </a:cubicBezTo>
                    <a:lnTo>
                      <a:pt x="1025" y="74"/>
                    </a:lnTo>
                    <a:cubicBezTo>
                      <a:pt x="903" y="25"/>
                      <a:pt x="781" y="1"/>
                      <a:pt x="65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28"/>
              <p:cNvSpPr/>
              <p:nvPr/>
            </p:nvSpPr>
            <p:spPr>
              <a:xfrm>
                <a:off x="734450" y="3011150"/>
                <a:ext cx="40250" cy="58550"/>
              </a:xfrm>
              <a:custGeom>
                <a:rect b="b" l="l" r="r" t="t"/>
                <a:pathLst>
                  <a:path extrusionOk="0" h="2342" w="1610">
                    <a:moveTo>
                      <a:pt x="708" y="0"/>
                    </a:moveTo>
                    <a:lnTo>
                      <a:pt x="98" y="171"/>
                    </a:lnTo>
                    <a:cubicBezTo>
                      <a:pt x="49" y="342"/>
                      <a:pt x="0" y="512"/>
                      <a:pt x="25" y="707"/>
                    </a:cubicBezTo>
                    <a:cubicBezTo>
                      <a:pt x="25" y="829"/>
                      <a:pt x="25" y="976"/>
                      <a:pt x="73" y="1098"/>
                    </a:cubicBezTo>
                    <a:cubicBezTo>
                      <a:pt x="122" y="1293"/>
                      <a:pt x="195" y="1488"/>
                      <a:pt x="293" y="1659"/>
                    </a:cubicBezTo>
                    <a:cubicBezTo>
                      <a:pt x="390" y="1854"/>
                      <a:pt x="537" y="2000"/>
                      <a:pt x="732" y="2122"/>
                    </a:cubicBezTo>
                    <a:cubicBezTo>
                      <a:pt x="756" y="2171"/>
                      <a:pt x="805" y="2220"/>
                      <a:pt x="854" y="2244"/>
                    </a:cubicBezTo>
                    <a:cubicBezTo>
                      <a:pt x="842" y="2232"/>
                      <a:pt x="842" y="2226"/>
                      <a:pt x="845" y="2226"/>
                    </a:cubicBezTo>
                    <a:cubicBezTo>
                      <a:pt x="848" y="2226"/>
                      <a:pt x="854" y="2232"/>
                      <a:pt x="854" y="2244"/>
                    </a:cubicBezTo>
                    <a:cubicBezTo>
                      <a:pt x="911" y="2272"/>
                      <a:pt x="923" y="2279"/>
                      <a:pt x="928" y="2279"/>
                    </a:cubicBezTo>
                    <a:cubicBezTo>
                      <a:pt x="931" y="2279"/>
                      <a:pt x="929" y="2275"/>
                      <a:pt x="940" y="2275"/>
                    </a:cubicBezTo>
                    <a:cubicBezTo>
                      <a:pt x="951" y="2275"/>
                      <a:pt x="974" y="2278"/>
                      <a:pt x="1025" y="2293"/>
                    </a:cubicBezTo>
                    <a:lnTo>
                      <a:pt x="1147" y="2342"/>
                    </a:lnTo>
                    <a:lnTo>
                      <a:pt x="1537" y="2122"/>
                    </a:lnTo>
                    <a:cubicBezTo>
                      <a:pt x="1586" y="1951"/>
                      <a:pt x="1610" y="1756"/>
                      <a:pt x="1610" y="1585"/>
                    </a:cubicBezTo>
                    <a:cubicBezTo>
                      <a:pt x="1586" y="1439"/>
                      <a:pt x="1537" y="1293"/>
                      <a:pt x="1512" y="1171"/>
                    </a:cubicBezTo>
                    <a:cubicBezTo>
                      <a:pt x="1464" y="1073"/>
                      <a:pt x="1415" y="1000"/>
                      <a:pt x="1366" y="927"/>
                    </a:cubicBezTo>
                    <a:cubicBezTo>
                      <a:pt x="1342" y="903"/>
                      <a:pt x="1293" y="854"/>
                      <a:pt x="1220" y="781"/>
                    </a:cubicBezTo>
                    <a:cubicBezTo>
                      <a:pt x="1220" y="781"/>
                      <a:pt x="1220" y="756"/>
                      <a:pt x="1220" y="756"/>
                    </a:cubicBezTo>
                    <a:cubicBezTo>
                      <a:pt x="1220" y="659"/>
                      <a:pt x="1171" y="610"/>
                      <a:pt x="1147" y="537"/>
                    </a:cubicBezTo>
                    <a:cubicBezTo>
                      <a:pt x="1122" y="464"/>
                      <a:pt x="1098" y="415"/>
                      <a:pt x="1073" y="390"/>
                    </a:cubicBezTo>
                    <a:cubicBezTo>
                      <a:pt x="1049" y="342"/>
                      <a:pt x="1000" y="293"/>
                      <a:pt x="976" y="220"/>
                    </a:cubicBezTo>
                    <a:cubicBezTo>
                      <a:pt x="976" y="220"/>
                      <a:pt x="951" y="195"/>
                      <a:pt x="951" y="195"/>
                    </a:cubicBezTo>
                    <a:cubicBezTo>
                      <a:pt x="878" y="122"/>
                      <a:pt x="805" y="49"/>
                      <a:pt x="7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5" name="Google Shape;595;p28"/>
          <p:cNvSpPr/>
          <p:nvPr/>
        </p:nvSpPr>
        <p:spPr>
          <a:xfrm rot="-8386449">
            <a:off x="7913451" y="2412372"/>
            <a:ext cx="531074" cy="363637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8"/>
          <p:cNvSpPr/>
          <p:nvPr/>
        </p:nvSpPr>
        <p:spPr>
          <a:xfrm rot="-8386449">
            <a:off x="8606703" y="2849548"/>
            <a:ext cx="477815" cy="338503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8"/>
          <p:cNvSpPr/>
          <p:nvPr/>
        </p:nvSpPr>
        <p:spPr>
          <a:xfrm rot="-8386449">
            <a:off x="7970708" y="2928928"/>
            <a:ext cx="551571" cy="372911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8"/>
          <p:cNvSpPr/>
          <p:nvPr/>
        </p:nvSpPr>
        <p:spPr>
          <a:xfrm rot="-8386449">
            <a:off x="8364300" y="2069736"/>
            <a:ext cx="536013" cy="446666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8"/>
          <p:cNvSpPr txBox="1"/>
          <p:nvPr>
            <p:ph type="title"/>
          </p:nvPr>
        </p:nvSpPr>
        <p:spPr>
          <a:xfrm>
            <a:off x="713225" y="1048050"/>
            <a:ext cx="4103700" cy="158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00" name="Google Shape;600;p28"/>
          <p:cNvSpPr txBox="1"/>
          <p:nvPr>
            <p:ph idx="1" type="body"/>
          </p:nvPr>
        </p:nvSpPr>
        <p:spPr>
          <a:xfrm>
            <a:off x="713225" y="2665475"/>
            <a:ext cx="5463600" cy="13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9"/>
          <p:cNvSpPr/>
          <p:nvPr/>
        </p:nvSpPr>
        <p:spPr>
          <a:xfrm>
            <a:off x="7548689" y="-124386"/>
            <a:ext cx="1776905" cy="1142825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3" name="Google Shape;603;p29"/>
          <p:cNvGrpSpPr/>
          <p:nvPr/>
        </p:nvGrpSpPr>
        <p:grpSpPr>
          <a:xfrm>
            <a:off x="8192897" y="687198"/>
            <a:ext cx="764201" cy="961224"/>
            <a:chOff x="632000" y="3011150"/>
            <a:chExt cx="212225" cy="266925"/>
          </a:xfrm>
        </p:grpSpPr>
        <p:sp>
          <p:nvSpPr>
            <p:cNvPr id="604" name="Google Shape;604;p29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29"/>
          <p:cNvGrpSpPr/>
          <p:nvPr/>
        </p:nvGrpSpPr>
        <p:grpSpPr>
          <a:xfrm flipH="1" rot="-134861">
            <a:off x="2740966" y="4346188"/>
            <a:ext cx="1655261" cy="878276"/>
            <a:chOff x="238125" y="2760550"/>
            <a:chExt cx="528650" cy="280500"/>
          </a:xfrm>
        </p:grpSpPr>
        <p:sp>
          <p:nvSpPr>
            <p:cNvPr id="618" name="Google Shape;618;p29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0" name="Google Shape;620;p29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621" name="Google Shape;621;p29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29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29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29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5" name="Google Shape;625;p29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9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8" name="Google Shape;628;p29"/>
          <p:cNvSpPr txBox="1"/>
          <p:nvPr>
            <p:ph type="ctrTitle"/>
          </p:nvPr>
        </p:nvSpPr>
        <p:spPr>
          <a:xfrm>
            <a:off x="4221537" y="2721675"/>
            <a:ext cx="16518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29" name="Google Shape;629;p29"/>
          <p:cNvSpPr txBox="1"/>
          <p:nvPr>
            <p:ph idx="1" type="subTitle"/>
          </p:nvPr>
        </p:nvSpPr>
        <p:spPr>
          <a:xfrm>
            <a:off x="4221526" y="2894200"/>
            <a:ext cx="16518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0" name="Google Shape;630;p29"/>
          <p:cNvSpPr txBox="1"/>
          <p:nvPr>
            <p:ph idx="2" type="title"/>
          </p:nvPr>
        </p:nvSpPr>
        <p:spPr>
          <a:xfrm>
            <a:off x="669000" y="292625"/>
            <a:ext cx="776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1" name="Google Shape;631;p29"/>
          <p:cNvSpPr txBox="1"/>
          <p:nvPr>
            <p:ph idx="3" type="ctrTitle"/>
          </p:nvPr>
        </p:nvSpPr>
        <p:spPr>
          <a:xfrm>
            <a:off x="6454200" y="2894200"/>
            <a:ext cx="16518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2" name="Google Shape;632;p29"/>
          <p:cNvSpPr txBox="1"/>
          <p:nvPr>
            <p:ph idx="4" type="subTitle"/>
          </p:nvPr>
        </p:nvSpPr>
        <p:spPr>
          <a:xfrm>
            <a:off x="6454200" y="3066725"/>
            <a:ext cx="16518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4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0"/>
          <p:cNvSpPr/>
          <p:nvPr/>
        </p:nvSpPr>
        <p:spPr>
          <a:xfrm>
            <a:off x="-290695" y="679353"/>
            <a:ext cx="911159" cy="586016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0"/>
          <p:cNvSpPr/>
          <p:nvPr/>
        </p:nvSpPr>
        <p:spPr>
          <a:xfrm rot="-8386458">
            <a:off x="8430701" y="4245908"/>
            <a:ext cx="373955" cy="256055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0"/>
          <p:cNvSpPr/>
          <p:nvPr/>
        </p:nvSpPr>
        <p:spPr>
          <a:xfrm rot="-8386458">
            <a:off x="8918846" y="4553744"/>
            <a:ext cx="336453" cy="238357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0"/>
          <p:cNvSpPr/>
          <p:nvPr/>
        </p:nvSpPr>
        <p:spPr>
          <a:xfrm rot="-8386458">
            <a:off x="8471017" y="4609639"/>
            <a:ext cx="388388" cy="26258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0"/>
          <p:cNvSpPr/>
          <p:nvPr/>
        </p:nvSpPr>
        <p:spPr>
          <a:xfrm rot="-8386458">
            <a:off x="8748161" y="4004642"/>
            <a:ext cx="377433" cy="314520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9" name="Google Shape;639;p30"/>
          <p:cNvGrpSpPr/>
          <p:nvPr/>
        </p:nvGrpSpPr>
        <p:grpSpPr>
          <a:xfrm>
            <a:off x="-222358" y="1017295"/>
            <a:ext cx="572923" cy="720591"/>
            <a:chOff x="632000" y="3011150"/>
            <a:chExt cx="212225" cy="266925"/>
          </a:xfrm>
        </p:grpSpPr>
        <p:sp>
          <p:nvSpPr>
            <p:cNvPr id="640" name="Google Shape;640;p30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0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0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0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0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0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0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0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0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3" name="Google Shape;653;p30"/>
          <p:cNvGrpSpPr/>
          <p:nvPr/>
        </p:nvGrpSpPr>
        <p:grpSpPr>
          <a:xfrm>
            <a:off x="-191589" y="332562"/>
            <a:ext cx="1104456" cy="586021"/>
            <a:chOff x="238125" y="2760550"/>
            <a:chExt cx="528650" cy="280500"/>
          </a:xfrm>
        </p:grpSpPr>
        <p:sp>
          <p:nvSpPr>
            <p:cNvPr id="654" name="Google Shape;654;p30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0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6" name="Google Shape;656;p30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657" name="Google Shape;657;p30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30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30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30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1" name="Google Shape;661;p30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0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3" name="Google Shape;663;p30"/>
          <p:cNvSpPr txBox="1"/>
          <p:nvPr>
            <p:ph type="ctrTitle"/>
          </p:nvPr>
        </p:nvSpPr>
        <p:spPr>
          <a:xfrm>
            <a:off x="982252" y="2984563"/>
            <a:ext cx="18777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4" name="Google Shape;664;p30"/>
          <p:cNvSpPr txBox="1"/>
          <p:nvPr>
            <p:ph idx="1" type="subTitle"/>
          </p:nvPr>
        </p:nvSpPr>
        <p:spPr>
          <a:xfrm>
            <a:off x="982252" y="3157088"/>
            <a:ext cx="18777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65" name="Google Shape;665;p30"/>
          <p:cNvSpPr txBox="1"/>
          <p:nvPr>
            <p:ph idx="2" type="title"/>
          </p:nvPr>
        </p:nvSpPr>
        <p:spPr>
          <a:xfrm>
            <a:off x="691050" y="292625"/>
            <a:ext cx="776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6" name="Google Shape;666;p30"/>
          <p:cNvSpPr txBox="1"/>
          <p:nvPr>
            <p:ph idx="3" type="ctrTitle"/>
          </p:nvPr>
        </p:nvSpPr>
        <p:spPr>
          <a:xfrm>
            <a:off x="3238475" y="2721675"/>
            <a:ext cx="18777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7" name="Google Shape;667;p30"/>
          <p:cNvSpPr txBox="1"/>
          <p:nvPr>
            <p:ph idx="4" type="subTitle"/>
          </p:nvPr>
        </p:nvSpPr>
        <p:spPr>
          <a:xfrm>
            <a:off x="3238475" y="2894200"/>
            <a:ext cx="18777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27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1"/>
          <p:cNvSpPr/>
          <p:nvPr/>
        </p:nvSpPr>
        <p:spPr>
          <a:xfrm>
            <a:off x="-290695" y="679353"/>
            <a:ext cx="911159" cy="586016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1"/>
          <p:cNvSpPr/>
          <p:nvPr/>
        </p:nvSpPr>
        <p:spPr>
          <a:xfrm rot="-8386458">
            <a:off x="8430701" y="4245908"/>
            <a:ext cx="373955" cy="256055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1"/>
          <p:cNvSpPr/>
          <p:nvPr/>
        </p:nvSpPr>
        <p:spPr>
          <a:xfrm rot="-8386458">
            <a:off x="8918846" y="4553744"/>
            <a:ext cx="336453" cy="238357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1"/>
          <p:cNvSpPr/>
          <p:nvPr/>
        </p:nvSpPr>
        <p:spPr>
          <a:xfrm rot="-8386458">
            <a:off x="8471017" y="4609639"/>
            <a:ext cx="388388" cy="26258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1"/>
          <p:cNvSpPr/>
          <p:nvPr/>
        </p:nvSpPr>
        <p:spPr>
          <a:xfrm rot="-8386458">
            <a:off x="8748161" y="4004642"/>
            <a:ext cx="377433" cy="314520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31"/>
          <p:cNvGrpSpPr/>
          <p:nvPr/>
        </p:nvGrpSpPr>
        <p:grpSpPr>
          <a:xfrm>
            <a:off x="-222358" y="1017295"/>
            <a:ext cx="572923" cy="720591"/>
            <a:chOff x="632000" y="3011150"/>
            <a:chExt cx="212225" cy="266925"/>
          </a:xfrm>
        </p:grpSpPr>
        <p:sp>
          <p:nvSpPr>
            <p:cNvPr id="675" name="Google Shape;675;p31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1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1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1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1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1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1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1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1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1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1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1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1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8" name="Google Shape;688;p31"/>
          <p:cNvGrpSpPr/>
          <p:nvPr/>
        </p:nvGrpSpPr>
        <p:grpSpPr>
          <a:xfrm>
            <a:off x="-191589" y="332562"/>
            <a:ext cx="1104456" cy="586021"/>
            <a:chOff x="238125" y="2760550"/>
            <a:chExt cx="528650" cy="280500"/>
          </a:xfrm>
        </p:grpSpPr>
        <p:sp>
          <p:nvSpPr>
            <p:cNvPr id="689" name="Google Shape;689;p31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1" name="Google Shape;691;p31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692" name="Google Shape;692;p31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31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31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31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6" name="Google Shape;696;p31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1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8" name="Google Shape;698;p31"/>
          <p:cNvSpPr txBox="1"/>
          <p:nvPr>
            <p:ph idx="1" type="body"/>
          </p:nvPr>
        </p:nvSpPr>
        <p:spPr>
          <a:xfrm>
            <a:off x="886300" y="1293475"/>
            <a:ext cx="3567000" cy="3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aleway SemiBold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1150" lvl="6" marL="320040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99" name="Google Shape;699;p3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0" name="Google Shape;700;p31"/>
          <p:cNvSpPr txBox="1"/>
          <p:nvPr>
            <p:ph idx="2" type="body"/>
          </p:nvPr>
        </p:nvSpPr>
        <p:spPr>
          <a:xfrm>
            <a:off x="4690700" y="1293475"/>
            <a:ext cx="3567000" cy="3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SemiBold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1150" lvl="6" marL="320040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CUSTOM_29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2"/>
          <p:cNvSpPr/>
          <p:nvPr/>
        </p:nvSpPr>
        <p:spPr>
          <a:xfrm>
            <a:off x="7447178" y="4365738"/>
            <a:ext cx="1259478" cy="810039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2"/>
          <p:cNvSpPr txBox="1"/>
          <p:nvPr>
            <p:ph type="ctrTitle"/>
          </p:nvPr>
        </p:nvSpPr>
        <p:spPr>
          <a:xfrm>
            <a:off x="1670375" y="3363700"/>
            <a:ext cx="2576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4" name="Google Shape;704;p32"/>
          <p:cNvSpPr txBox="1"/>
          <p:nvPr>
            <p:ph idx="1" type="subTitle"/>
          </p:nvPr>
        </p:nvSpPr>
        <p:spPr>
          <a:xfrm>
            <a:off x="1670375" y="3612425"/>
            <a:ext cx="25761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05" name="Google Shape;705;p32"/>
          <p:cNvSpPr txBox="1"/>
          <p:nvPr>
            <p:ph idx="2" type="ctrTitle"/>
          </p:nvPr>
        </p:nvSpPr>
        <p:spPr>
          <a:xfrm>
            <a:off x="4897775" y="3363688"/>
            <a:ext cx="2576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6" name="Google Shape;706;p32"/>
          <p:cNvSpPr txBox="1"/>
          <p:nvPr>
            <p:ph idx="3" type="subTitle"/>
          </p:nvPr>
        </p:nvSpPr>
        <p:spPr>
          <a:xfrm>
            <a:off x="4897775" y="3612425"/>
            <a:ext cx="25761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07" name="Google Shape;707;p32"/>
          <p:cNvSpPr txBox="1"/>
          <p:nvPr>
            <p:ph idx="4"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708" name="Google Shape;708;p32"/>
          <p:cNvGrpSpPr/>
          <p:nvPr/>
        </p:nvGrpSpPr>
        <p:grpSpPr>
          <a:xfrm rot="2339736">
            <a:off x="8103998" y="4165308"/>
            <a:ext cx="1655274" cy="878283"/>
            <a:chOff x="238125" y="2760550"/>
            <a:chExt cx="528650" cy="280500"/>
          </a:xfrm>
        </p:grpSpPr>
        <p:sp>
          <p:nvSpPr>
            <p:cNvPr id="709" name="Google Shape;709;p32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2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11" name="Google Shape;711;p32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712" name="Google Shape;712;p32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32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32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32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6" name="Google Shape;716;p32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2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2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9" name="Google Shape;719;p32"/>
          <p:cNvSpPr/>
          <p:nvPr/>
        </p:nvSpPr>
        <p:spPr>
          <a:xfrm flipH="1" rot="8386467">
            <a:off x="9039563" y="780922"/>
            <a:ext cx="516943" cy="353961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2"/>
          <p:cNvSpPr/>
          <p:nvPr/>
        </p:nvSpPr>
        <p:spPr>
          <a:xfrm flipH="1" rot="8386467">
            <a:off x="8416650" y="1206439"/>
            <a:ext cx="465102" cy="329496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2"/>
          <p:cNvSpPr/>
          <p:nvPr/>
        </p:nvSpPr>
        <p:spPr>
          <a:xfrm flipH="1" rot="8386467">
            <a:off x="8963883" y="1283698"/>
            <a:ext cx="536895" cy="362989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2"/>
          <p:cNvSpPr/>
          <p:nvPr/>
        </p:nvSpPr>
        <p:spPr>
          <a:xfrm flipH="1" rot="8386467">
            <a:off x="8595936" y="447420"/>
            <a:ext cx="521751" cy="434782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3" name="Google Shape;723;p32"/>
          <p:cNvGrpSpPr/>
          <p:nvPr/>
        </p:nvGrpSpPr>
        <p:grpSpPr>
          <a:xfrm>
            <a:off x="-471103" y="1399597"/>
            <a:ext cx="967449" cy="1216804"/>
            <a:chOff x="632000" y="3011150"/>
            <a:chExt cx="212225" cy="266925"/>
          </a:xfrm>
        </p:grpSpPr>
        <p:sp>
          <p:nvSpPr>
            <p:cNvPr id="724" name="Google Shape;724;p32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2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2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2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2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2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2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2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2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2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2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2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9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3"/>
          <p:cNvSpPr txBox="1"/>
          <p:nvPr>
            <p:ph type="ctrTitle"/>
          </p:nvPr>
        </p:nvSpPr>
        <p:spPr>
          <a:xfrm>
            <a:off x="638125" y="1720425"/>
            <a:ext cx="2044500" cy="5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9" name="Google Shape;739;p33"/>
          <p:cNvSpPr txBox="1"/>
          <p:nvPr>
            <p:ph idx="1" type="subTitle"/>
          </p:nvPr>
        </p:nvSpPr>
        <p:spPr>
          <a:xfrm>
            <a:off x="637976" y="2147705"/>
            <a:ext cx="20445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0" name="Google Shape;740;p33"/>
          <p:cNvSpPr txBox="1"/>
          <p:nvPr>
            <p:ph idx="2" type="ctrTitle"/>
          </p:nvPr>
        </p:nvSpPr>
        <p:spPr>
          <a:xfrm>
            <a:off x="3545823" y="1720425"/>
            <a:ext cx="2044800" cy="5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1" name="Google Shape;741;p33"/>
          <p:cNvSpPr txBox="1"/>
          <p:nvPr>
            <p:ph idx="3" type="subTitle"/>
          </p:nvPr>
        </p:nvSpPr>
        <p:spPr>
          <a:xfrm>
            <a:off x="3545832" y="2147706"/>
            <a:ext cx="20448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2" name="Google Shape;742;p33"/>
          <p:cNvSpPr txBox="1"/>
          <p:nvPr>
            <p:ph idx="4" type="ctrTitle"/>
          </p:nvPr>
        </p:nvSpPr>
        <p:spPr>
          <a:xfrm>
            <a:off x="6455999" y="1720425"/>
            <a:ext cx="1980000" cy="5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3" name="Google Shape;743;p33"/>
          <p:cNvSpPr txBox="1"/>
          <p:nvPr>
            <p:ph idx="5" type="subTitle"/>
          </p:nvPr>
        </p:nvSpPr>
        <p:spPr>
          <a:xfrm>
            <a:off x="6423613" y="2147700"/>
            <a:ext cx="20448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4" name="Google Shape;744;p33"/>
          <p:cNvSpPr txBox="1"/>
          <p:nvPr>
            <p:ph idx="6"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5" name="Google Shape;745;p33"/>
          <p:cNvSpPr/>
          <p:nvPr/>
        </p:nvSpPr>
        <p:spPr>
          <a:xfrm>
            <a:off x="-911150" y="3769519"/>
            <a:ext cx="1700102" cy="1132966"/>
          </a:xfrm>
          <a:custGeom>
            <a:rect b="b" l="l" r="r" t="t"/>
            <a:pathLst>
              <a:path extrusionOk="0" h="9547" w="14326">
                <a:moveTo>
                  <a:pt x="8445" y="1"/>
                </a:moveTo>
                <a:cubicBezTo>
                  <a:pt x="5463" y="1"/>
                  <a:pt x="1" y="1673"/>
                  <a:pt x="2862" y="6488"/>
                </a:cubicBezTo>
                <a:cubicBezTo>
                  <a:pt x="2862" y="6488"/>
                  <a:pt x="6946" y="9547"/>
                  <a:pt x="9876" y="9547"/>
                </a:cubicBezTo>
                <a:cubicBezTo>
                  <a:pt x="10701" y="9547"/>
                  <a:pt x="11435" y="9304"/>
                  <a:pt x="11960" y="8683"/>
                </a:cubicBezTo>
                <a:cubicBezTo>
                  <a:pt x="14326" y="5854"/>
                  <a:pt x="11301" y="1268"/>
                  <a:pt x="10082" y="317"/>
                </a:cubicBezTo>
                <a:cubicBezTo>
                  <a:pt x="9834" y="115"/>
                  <a:pt x="9224" y="1"/>
                  <a:pt x="844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3"/>
          <p:cNvSpPr/>
          <p:nvPr/>
        </p:nvSpPr>
        <p:spPr>
          <a:xfrm>
            <a:off x="-216289" y="3486574"/>
            <a:ext cx="723513" cy="495404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3"/>
          <p:cNvSpPr/>
          <p:nvPr/>
        </p:nvSpPr>
        <p:spPr>
          <a:xfrm>
            <a:off x="-426225" y="4141977"/>
            <a:ext cx="730243" cy="608520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8" name="Google Shape;748;p33"/>
          <p:cNvGrpSpPr/>
          <p:nvPr/>
        </p:nvGrpSpPr>
        <p:grpSpPr>
          <a:xfrm rot="-1163821">
            <a:off x="7398433" y="-200849"/>
            <a:ext cx="689882" cy="867721"/>
            <a:chOff x="632000" y="3011150"/>
            <a:chExt cx="212225" cy="266925"/>
          </a:xfrm>
        </p:grpSpPr>
        <p:sp>
          <p:nvSpPr>
            <p:cNvPr id="749" name="Google Shape;749;p33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3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3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3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3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3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3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3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3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3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3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3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3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2" name="Google Shape;762;p33"/>
          <p:cNvSpPr/>
          <p:nvPr/>
        </p:nvSpPr>
        <p:spPr>
          <a:xfrm>
            <a:off x="8728766" y="666287"/>
            <a:ext cx="556020" cy="380718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3"/>
          <p:cNvSpPr/>
          <p:nvPr/>
        </p:nvSpPr>
        <p:spPr>
          <a:xfrm>
            <a:off x="8311750" y="290500"/>
            <a:ext cx="577480" cy="390428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20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4"/>
          <p:cNvSpPr txBox="1"/>
          <p:nvPr>
            <p:ph type="ctrTitle"/>
          </p:nvPr>
        </p:nvSpPr>
        <p:spPr>
          <a:xfrm>
            <a:off x="713225" y="2679125"/>
            <a:ext cx="23736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66" name="Google Shape;766;p34"/>
          <p:cNvSpPr txBox="1"/>
          <p:nvPr>
            <p:ph idx="1" type="subTitle"/>
          </p:nvPr>
        </p:nvSpPr>
        <p:spPr>
          <a:xfrm>
            <a:off x="713225" y="2898750"/>
            <a:ext cx="23736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67" name="Google Shape;767;p34"/>
          <p:cNvSpPr txBox="1"/>
          <p:nvPr>
            <p:ph idx="2" type="ctrTitle"/>
          </p:nvPr>
        </p:nvSpPr>
        <p:spPr>
          <a:xfrm>
            <a:off x="3351550" y="1775438"/>
            <a:ext cx="23736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68" name="Google Shape;768;p34"/>
          <p:cNvSpPr txBox="1"/>
          <p:nvPr>
            <p:ph idx="3" type="subTitle"/>
          </p:nvPr>
        </p:nvSpPr>
        <p:spPr>
          <a:xfrm>
            <a:off x="3351550" y="1995063"/>
            <a:ext cx="23736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69" name="Google Shape;769;p34"/>
          <p:cNvSpPr txBox="1"/>
          <p:nvPr>
            <p:ph idx="4" type="ctrTitle"/>
          </p:nvPr>
        </p:nvSpPr>
        <p:spPr>
          <a:xfrm>
            <a:off x="6218425" y="2679125"/>
            <a:ext cx="23736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70" name="Google Shape;770;p34"/>
          <p:cNvSpPr txBox="1"/>
          <p:nvPr>
            <p:ph idx="5" type="subTitle"/>
          </p:nvPr>
        </p:nvSpPr>
        <p:spPr>
          <a:xfrm>
            <a:off x="6218425" y="2898750"/>
            <a:ext cx="23736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71" name="Google Shape;771;p34"/>
          <p:cNvSpPr txBox="1"/>
          <p:nvPr>
            <p:ph idx="6" type="title"/>
          </p:nvPr>
        </p:nvSpPr>
        <p:spPr>
          <a:xfrm>
            <a:off x="713225" y="2926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2" name="Google Shape;772;p34"/>
          <p:cNvSpPr txBox="1"/>
          <p:nvPr>
            <p:ph idx="7" type="ctrTitle"/>
          </p:nvPr>
        </p:nvSpPr>
        <p:spPr>
          <a:xfrm>
            <a:off x="3351550" y="3558563"/>
            <a:ext cx="23736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73" name="Google Shape;773;p34"/>
          <p:cNvSpPr txBox="1"/>
          <p:nvPr>
            <p:ph idx="8" type="subTitle"/>
          </p:nvPr>
        </p:nvSpPr>
        <p:spPr>
          <a:xfrm>
            <a:off x="3351550" y="3775463"/>
            <a:ext cx="23736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grpSp>
        <p:nvGrpSpPr>
          <p:cNvPr id="774" name="Google Shape;774;p34"/>
          <p:cNvGrpSpPr/>
          <p:nvPr/>
        </p:nvGrpSpPr>
        <p:grpSpPr>
          <a:xfrm rot="2339736">
            <a:off x="7977560" y="994508"/>
            <a:ext cx="1655274" cy="878283"/>
            <a:chOff x="238125" y="2760550"/>
            <a:chExt cx="528650" cy="280500"/>
          </a:xfrm>
        </p:grpSpPr>
        <p:sp>
          <p:nvSpPr>
            <p:cNvPr id="775" name="Google Shape;775;p34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4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7" name="Google Shape;777;p34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778" name="Google Shape;778;p34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34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34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34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2" name="Google Shape;782;p34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4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5" name="Google Shape;785;p34"/>
          <p:cNvSpPr/>
          <p:nvPr/>
        </p:nvSpPr>
        <p:spPr>
          <a:xfrm rot="-930227">
            <a:off x="8332310" y="4315733"/>
            <a:ext cx="1256976" cy="1349522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6" name="Google Shape;786;p34"/>
          <p:cNvGrpSpPr/>
          <p:nvPr/>
        </p:nvGrpSpPr>
        <p:grpSpPr>
          <a:xfrm rot="-930213">
            <a:off x="7868686" y="4230004"/>
            <a:ext cx="1209286" cy="1520974"/>
            <a:chOff x="632000" y="3011150"/>
            <a:chExt cx="212225" cy="266925"/>
          </a:xfrm>
        </p:grpSpPr>
        <p:sp>
          <p:nvSpPr>
            <p:cNvPr id="787" name="Google Shape;787;p34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4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4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4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4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4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4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4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4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4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0" name="Google Shape;800;p34"/>
          <p:cNvSpPr/>
          <p:nvPr/>
        </p:nvSpPr>
        <p:spPr>
          <a:xfrm>
            <a:off x="-509025" y="575569"/>
            <a:ext cx="1700102" cy="1132966"/>
          </a:xfrm>
          <a:custGeom>
            <a:rect b="b" l="l" r="r" t="t"/>
            <a:pathLst>
              <a:path extrusionOk="0" h="9547" w="14326">
                <a:moveTo>
                  <a:pt x="8445" y="1"/>
                </a:moveTo>
                <a:cubicBezTo>
                  <a:pt x="5463" y="1"/>
                  <a:pt x="1" y="1673"/>
                  <a:pt x="2862" y="6488"/>
                </a:cubicBezTo>
                <a:cubicBezTo>
                  <a:pt x="2862" y="6488"/>
                  <a:pt x="6946" y="9547"/>
                  <a:pt x="9876" y="9547"/>
                </a:cubicBezTo>
                <a:cubicBezTo>
                  <a:pt x="10701" y="9547"/>
                  <a:pt x="11435" y="9304"/>
                  <a:pt x="11960" y="8683"/>
                </a:cubicBezTo>
                <a:cubicBezTo>
                  <a:pt x="14326" y="5854"/>
                  <a:pt x="11301" y="1268"/>
                  <a:pt x="10082" y="317"/>
                </a:cubicBezTo>
                <a:cubicBezTo>
                  <a:pt x="9834" y="115"/>
                  <a:pt x="9224" y="1"/>
                  <a:pt x="844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4"/>
          <p:cNvSpPr/>
          <p:nvPr/>
        </p:nvSpPr>
        <p:spPr>
          <a:xfrm>
            <a:off x="185836" y="292624"/>
            <a:ext cx="723513" cy="495404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4"/>
          <p:cNvSpPr/>
          <p:nvPr/>
        </p:nvSpPr>
        <p:spPr>
          <a:xfrm>
            <a:off x="-24100" y="948027"/>
            <a:ext cx="730243" cy="608520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3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5"/>
          <p:cNvSpPr txBox="1"/>
          <p:nvPr>
            <p:ph type="ctrTitle"/>
          </p:nvPr>
        </p:nvSpPr>
        <p:spPr>
          <a:xfrm>
            <a:off x="683750" y="2127750"/>
            <a:ext cx="2576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05" name="Google Shape;805;p35"/>
          <p:cNvSpPr txBox="1"/>
          <p:nvPr>
            <p:ph idx="1" type="subTitle"/>
          </p:nvPr>
        </p:nvSpPr>
        <p:spPr>
          <a:xfrm>
            <a:off x="683550" y="2376475"/>
            <a:ext cx="25761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06" name="Google Shape;806;p35"/>
          <p:cNvSpPr txBox="1"/>
          <p:nvPr>
            <p:ph idx="2" type="subTitle"/>
          </p:nvPr>
        </p:nvSpPr>
        <p:spPr>
          <a:xfrm>
            <a:off x="3283950" y="1432525"/>
            <a:ext cx="25761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07" name="Google Shape;807;p35"/>
          <p:cNvSpPr txBox="1"/>
          <p:nvPr>
            <p:ph idx="3" type="ctrTitle"/>
          </p:nvPr>
        </p:nvSpPr>
        <p:spPr>
          <a:xfrm>
            <a:off x="3283950" y="1183800"/>
            <a:ext cx="2576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08" name="Google Shape;808;p35"/>
          <p:cNvSpPr txBox="1"/>
          <p:nvPr>
            <p:ph idx="4" type="ctrTitle"/>
          </p:nvPr>
        </p:nvSpPr>
        <p:spPr>
          <a:xfrm>
            <a:off x="5983450" y="2127750"/>
            <a:ext cx="2576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09" name="Google Shape;809;p35"/>
          <p:cNvSpPr txBox="1"/>
          <p:nvPr>
            <p:ph idx="5" type="subTitle"/>
          </p:nvPr>
        </p:nvSpPr>
        <p:spPr>
          <a:xfrm>
            <a:off x="5983450" y="2376475"/>
            <a:ext cx="25761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10" name="Google Shape;810;p35"/>
          <p:cNvSpPr txBox="1"/>
          <p:nvPr>
            <p:ph idx="6"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35"/>
          <p:cNvSpPr/>
          <p:nvPr/>
        </p:nvSpPr>
        <p:spPr>
          <a:xfrm>
            <a:off x="-598972" y="4244389"/>
            <a:ext cx="1670389" cy="1074292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5"/>
          <p:cNvSpPr/>
          <p:nvPr/>
        </p:nvSpPr>
        <p:spPr>
          <a:xfrm>
            <a:off x="8311975" y="4118550"/>
            <a:ext cx="996844" cy="1070214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5"/>
          <p:cNvSpPr/>
          <p:nvPr/>
        </p:nvSpPr>
        <p:spPr>
          <a:xfrm rot="7659018">
            <a:off x="-135807" y="4145557"/>
            <a:ext cx="516966" cy="353977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5"/>
          <p:cNvSpPr/>
          <p:nvPr/>
        </p:nvSpPr>
        <p:spPr>
          <a:xfrm rot="7659018">
            <a:off x="350942" y="3920889"/>
            <a:ext cx="536919" cy="36300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5"/>
          <p:cNvSpPr/>
          <p:nvPr/>
        </p:nvSpPr>
        <p:spPr>
          <a:xfrm rot="7659018">
            <a:off x="754343" y="4386098"/>
            <a:ext cx="521775" cy="43480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6" name="Google Shape;816;p35"/>
          <p:cNvGrpSpPr/>
          <p:nvPr/>
        </p:nvGrpSpPr>
        <p:grpSpPr>
          <a:xfrm>
            <a:off x="7709177" y="4069834"/>
            <a:ext cx="1219120" cy="646861"/>
            <a:chOff x="238125" y="2760550"/>
            <a:chExt cx="528650" cy="280500"/>
          </a:xfrm>
        </p:grpSpPr>
        <p:sp>
          <p:nvSpPr>
            <p:cNvPr id="817" name="Google Shape;817;p35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5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9" name="Google Shape;819;p35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820" name="Google Shape;820;p35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35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35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35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4" name="Google Shape;824;p35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5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35"/>
          <p:cNvSpPr/>
          <p:nvPr/>
        </p:nvSpPr>
        <p:spPr>
          <a:xfrm rot="7659018">
            <a:off x="1385967" y="4920614"/>
            <a:ext cx="536919" cy="36300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6"/>
          <p:cNvSpPr/>
          <p:nvPr/>
        </p:nvSpPr>
        <p:spPr>
          <a:xfrm>
            <a:off x="-500275" y="393400"/>
            <a:ext cx="996844" cy="1070214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6"/>
          <p:cNvSpPr/>
          <p:nvPr/>
        </p:nvSpPr>
        <p:spPr>
          <a:xfrm>
            <a:off x="520470" y="918331"/>
            <a:ext cx="475098" cy="325336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6"/>
          <p:cNvSpPr/>
          <p:nvPr/>
        </p:nvSpPr>
        <p:spPr>
          <a:xfrm>
            <a:off x="-156275" y="1024661"/>
            <a:ext cx="427453" cy="302850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6"/>
          <p:cNvSpPr/>
          <p:nvPr/>
        </p:nvSpPr>
        <p:spPr>
          <a:xfrm>
            <a:off x="164121" y="597209"/>
            <a:ext cx="493435" cy="333634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6"/>
          <p:cNvSpPr/>
          <p:nvPr/>
        </p:nvSpPr>
        <p:spPr>
          <a:xfrm>
            <a:off x="382608" y="1348729"/>
            <a:ext cx="479517" cy="39962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6"/>
          <p:cNvSpPr/>
          <p:nvPr/>
        </p:nvSpPr>
        <p:spPr>
          <a:xfrm>
            <a:off x="8495625" y="4600075"/>
            <a:ext cx="996844" cy="1070214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4" name="Google Shape;834;p36"/>
          <p:cNvGrpSpPr/>
          <p:nvPr/>
        </p:nvGrpSpPr>
        <p:grpSpPr>
          <a:xfrm>
            <a:off x="7901459" y="4373498"/>
            <a:ext cx="1185762" cy="629162"/>
            <a:chOff x="238125" y="2760550"/>
            <a:chExt cx="528650" cy="280500"/>
          </a:xfrm>
        </p:grpSpPr>
        <p:sp>
          <p:nvSpPr>
            <p:cNvPr id="835" name="Google Shape;835;p36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7" name="Google Shape;837;p36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838" name="Google Shape;838;p36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6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6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6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2" name="Google Shape;842;p36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6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5" name="Google Shape;845;p36"/>
          <p:cNvSpPr txBox="1"/>
          <p:nvPr>
            <p:ph type="ctrTitle"/>
          </p:nvPr>
        </p:nvSpPr>
        <p:spPr>
          <a:xfrm flipH="1">
            <a:off x="6878575" y="2718900"/>
            <a:ext cx="1552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46" name="Google Shape;846;p36"/>
          <p:cNvSpPr txBox="1"/>
          <p:nvPr>
            <p:ph idx="1" type="subTitle"/>
          </p:nvPr>
        </p:nvSpPr>
        <p:spPr>
          <a:xfrm flipH="1">
            <a:off x="6878575" y="3154448"/>
            <a:ext cx="15522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47" name="Google Shape;847;p36"/>
          <p:cNvSpPr txBox="1"/>
          <p:nvPr>
            <p:ph idx="2" type="ctrTitle"/>
          </p:nvPr>
        </p:nvSpPr>
        <p:spPr>
          <a:xfrm flipH="1">
            <a:off x="2794838" y="2718900"/>
            <a:ext cx="1552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48" name="Google Shape;848;p36"/>
          <p:cNvSpPr txBox="1"/>
          <p:nvPr>
            <p:ph idx="3" type="subTitle"/>
          </p:nvPr>
        </p:nvSpPr>
        <p:spPr>
          <a:xfrm flipH="1">
            <a:off x="2794838" y="3154448"/>
            <a:ext cx="15522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49" name="Google Shape;849;p36"/>
          <p:cNvSpPr txBox="1"/>
          <p:nvPr>
            <p:ph idx="4" type="ctrTitle"/>
          </p:nvPr>
        </p:nvSpPr>
        <p:spPr>
          <a:xfrm flipH="1">
            <a:off x="4805476" y="2718900"/>
            <a:ext cx="1552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50" name="Google Shape;850;p36"/>
          <p:cNvSpPr txBox="1"/>
          <p:nvPr>
            <p:ph idx="5" type="subTitle"/>
          </p:nvPr>
        </p:nvSpPr>
        <p:spPr>
          <a:xfrm flipH="1">
            <a:off x="4805476" y="3154448"/>
            <a:ext cx="15522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51" name="Google Shape;851;p36"/>
          <p:cNvSpPr txBox="1"/>
          <p:nvPr>
            <p:ph idx="6" type="ctrTitle"/>
          </p:nvPr>
        </p:nvSpPr>
        <p:spPr>
          <a:xfrm flipH="1">
            <a:off x="742289" y="2718900"/>
            <a:ext cx="1552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52" name="Google Shape;852;p36"/>
          <p:cNvSpPr txBox="1"/>
          <p:nvPr>
            <p:ph idx="7" type="subTitle"/>
          </p:nvPr>
        </p:nvSpPr>
        <p:spPr>
          <a:xfrm flipH="1">
            <a:off x="742313" y="3154448"/>
            <a:ext cx="15522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53" name="Google Shape;853;p36"/>
          <p:cNvSpPr txBox="1"/>
          <p:nvPr>
            <p:ph idx="8" type="title"/>
          </p:nvPr>
        </p:nvSpPr>
        <p:spPr>
          <a:xfrm>
            <a:off x="700450" y="292625"/>
            <a:ext cx="773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6"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7"/>
          <p:cNvSpPr/>
          <p:nvPr/>
        </p:nvSpPr>
        <p:spPr>
          <a:xfrm>
            <a:off x="7811114" y="152714"/>
            <a:ext cx="1776905" cy="1142825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7"/>
          <p:cNvSpPr/>
          <p:nvPr/>
        </p:nvSpPr>
        <p:spPr>
          <a:xfrm rot="4466242">
            <a:off x="7780316" y="2433132"/>
            <a:ext cx="1256975" cy="1349512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7" name="Google Shape;857;p37"/>
          <p:cNvGrpSpPr/>
          <p:nvPr/>
        </p:nvGrpSpPr>
        <p:grpSpPr>
          <a:xfrm rot="10800000">
            <a:off x="8018182" y="3115462"/>
            <a:ext cx="1209279" cy="1520965"/>
            <a:chOff x="632000" y="3011150"/>
            <a:chExt cx="212225" cy="266925"/>
          </a:xfrm>
        </p:grpSpPr>
        <p:sp>
          <p:nvSpPr>
            <p:cNvPr id="858" name="Google Shape;858;p37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7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7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7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7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7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7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7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7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7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7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7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7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1" name="Google Shape;871;p37"/>
          <p:cNvSpPr/>
          <p:nvPr/>
        </p:nvSpPr>
        <p:spPr>
          <a:xfrm>
            <a:off x="8165200" y="1062850"/>
            <a:ext cx="395125" cy="270550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7"/>
          <p:cNvSpPr/>
          <p:nvPr/>
        </p:nvSpPr>
        <p:spPr>
          <a:xfrm>
            <a:off x="7868850" y="795800"/>
            <a:ext cx="410375" cy="277450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7"/>
          <p:cNvSpPr txBox="1"/>
          <p:nvPr>
            <p:ph type="ctrTitle"/>
          </p:nvPr>
        </p:nvSpPr>
        <p:spPr>
          <a:xfrm flipH="1">
            <a:off x="2520876" y="3325738"/>
            <a:ext cx="16359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74" name="Google Shape;874;p37"/>
          <p:cNvSpPr txBox="1"/>
          <p:nvPr>
            <p:ph idx="1" type="subTitle"/>
          </p:nvPr>
        </p:nvSpPr>
        <p:spPr>
          <a:xfrm flipH="1">
            <a:off x="2520875" y="3773175"/>
            <a:ext cx="16359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75" name="Google Shape;875;p37"/>
          <p:cNvSpPr txBox="1"/>
          <p:nvPr>
            <p:ph idx="2" type="ctrTitle"/>
          </p:nvPr>
        </p:nvSpPr>
        <p:spPr>
          <a:xfrm flipH="1">
            <a:off x="2520876" y="1576825"/>
            <a:ext cx="16359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76" name="Google Shape;876;p37"/>
          <p:cNvSpPr txBox="1"/>
          <p:nvPr>
            <p:ph idx="3" type="subTitle"/>
          </p:nvPr>
        </p:nvSpPr>
        <p:spPr>
          <a:xfrm flipH="1">
            <a:off x="2520863" y="2030697"/>
            <a:ext cx="16359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77" name="Google Shape;877;p37"/>
          <p:cNvSpPr txBox="1"/>
          <p:nvPr>
            <p:ph idx="4" type="ctrTitle"/>
          </p:nvPr>
        </p:nvSpPr>
        <p:spPr>
          <a:xfrm flipH="1">
            <a:off x="867425" y="3325738"/>
            <a:ext cx="16359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78" name="Google Shape;878;p37"/>
          <p:cNvSpPr txBox="1"/>
          <p:nvPr>
            <p:ph idx="5" type="subTitle"/>
          </p:nvPr>
        </p:nvSpPr>
        <p:spPr>
          <a:xfrm flipH="1">
            <a:off x="867425" y="3777197"/>
            <a:ext cx="16359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79" name="Google Shape;879;p37"/>
          <p:cNvSpPr txBox="1"/>
          <p:nvPr>
            <p:ph idx="6" type="ctrTitle"/>
          </p:nvPr>
        </p:nvSpPr>
        <p:spPr>
          <a:xfrm flipH="1">
            <a:off x="867426" y="1576825"/>
            <a:ext cx="16359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80" name="Google Shape;880;p37"/>
          <p:cNvSpPr txBox="1"/>
          <p:nvPr>
            <p:ph idx="7" type="subTitle"/>
          </p:nvPr>
        </p:nvSpPr>
        <p:spPr>
          <a:xfrm flipH="1">
            <a:off x="867413" y="2030697"/>
            <a:ext cx="16359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81" name="Google Shape;881;p37"/>
          <p:cNvSpPr txBox="1"/>
          <p:nvPr>
            <p:ph idx="8" type="title"/>
          </p:nvPr>
        </p:nvSpPr>
        <p:spPr>
          <a:xfrm>
            <a:off x="713225" y="2926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82" name="Google Shape;882;p37"/>
          <p:cNvGrpSpPr/>
          <p:nvPr/>
        </p:nvGrpSpPr>
        <p:grpSpPr>
          <a:xfrm flipH="1" rot="-134861">
            <a:off x="-998034" y="2262963"/>
            <a:ext cx="1655261" cy="878276"/>
            <a:chOff x="238125" y="2760550"/>
            <a:chExt cx="528650" cy="280500"/>
          </a:xfrm>
        </p:grpSpPr>
        <p:sp>
          <p:nvSpPr>
            <p:cNvPr id="883" name="Google Shape;883;p37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7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5" name="Google Shape;885;p37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886" name="Google Shape;886;p37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37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37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37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0" name="Google Shape;890;p37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7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7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6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8"/>
          <p:cNvSpPr/>
          <p:nvPr/>
        </p:nvSpPr>
        <p:spPr>
          <a:xfrm>
            <a:off x="-500275" y="393400"/>
            <a:ext cx="996844" cy="1070214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8"/>
          <p:cNvSpPr/>
          <p:nvPr/>
        </p:nvSpPr>
        <p:spPr>
          <a:xfrm>
            <a:off x="520470" y="918331"/>
            <a:ext cx="475098" cy="325336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8"/>
          <p:cNvSpPr/>
          <p:nvPr/>
        </p:nvSpPr>
        <p:spPr>
          <a:xfrm>
            <a:off x="-156275" y="1024661"/>
            <a:ext cx="427453" cy="302850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8"/>
          <p:cNvSpPr/>
          <p:nvPr/>
        </p:nvSpPr>
        <p:spPr>
          <a:xfrm>
            <a:off x="164121" y="597209"/>
            <a:ext cx="493435" cy="333634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8"/>
          <p:cNvSpPr/>
          <p:nvPr/>
        </p:nvSpPr>
        <p:spPr>
          <a:xfrm>
            <a:off x="382608" y="1348729"/>
            <a:ext cx="479517" cy="39962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8"/>
          <p:cNvSpPr/>
          <p:nvPr/>
        </p:nvSpPr>
        <p:spPr>
          <a:xfrm>
            <a:off x="8528225" y="3837825"/>
            <a:ext cx="996844" cy="1070214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0" name="Google Shape;900;p38"/>
          <p:cNvGrpSpPr/>
          <p:nvPr/>
        </p:nvGrpSpPr>
        <p:grpSpPr>
          <a:xfrm>
            <a:off x="7901459" y="4373498"/>
            <a:ext cx="1185762" cy="629162"/>
            <a:chOff x="238125" y="2760550"/>
            <a:chExt cx="528650" cy="280500"/>
          </a:xfrm>
        </p:grpSpPr>
        <p:sp>
          <p:nvSpPr>
            <p:cNvPr id="901" name="Google Shape;901;p38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8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3" name="Google Shape;903;p38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904" name="Google Shape;904;p38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38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38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38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8" name="Google Shape;908;p38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8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8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1" name="Google Shape;911;p38"/>
          <p:cNvSpPr txBox="1"/>
          <p:nvPr>
            <p:ph type="ctrTitle"/>
          </p:nvPr>
        </p:nvSpPr>
        <p:spPr>
          <a:xfrm flipH="1">
            <a:off x="939674" y="2811925"/>
            <a:ext cx="2202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12" name="Google Shape;912;p38"/>
          <p:cNvSpPr txBox="1"/>
          <p:nvPr>
            <p:ph idx="1" type="subTitle"/>
          </p:nvPr>
        </p:nvSpPr>
        <p:spPr>
          <a:xfrm flipH="1">
            <a:off x="939678" y="3230650"/>
            <a:ext cx="22026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13" name="Google Shape;913;p38"/>
          <p:cNvSpPr txBox="1"/>
          <p:nvPr>
            <p:ph idx="2" type="ctrTitle"/>
          </p:nvPr>
        </p:nvSpPr>
        <p:spPr>
          <a:xfrm flipH="1">
            <a:off x="6001750" y="2811925"/>
            <a:ext cx="2202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14" name="Google Shape;914;p38"/>
          <p:cNvSpPr txBox="1"/>
          <p:nvPr>
            <p:ph idx="3" type="subTitle"/>
          </p:nvPr>
        </p:nvSpPr>
        <p:spPr>
          <a:xfrm flipH="1">
            <a:off x="6001777" y="3230650"/>
            <a:ext cx="22026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15" name="Google Shape;915;p38"/>
          <p:cNvSpPr txBox="1"/>
          <p:nvPr>
            <p:ph idx="4" type="ctrTitle"/>
          </p:nvPr>
        </p:nvSpPr>
        <p:spPr>
          <a:xfrm flipH="1">
            <a:off x="939650" y="1464900"/>
            <a:ext cx="2202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16" name="Google Shape;916;p38"/>
          <p:cNvSpPr txBox="1"/>
          <p:nvPr>
            <p:ph idx="5" type="subTitle"/>
          </p:nvPr>
        </p:nvSpPr>
        <p:spPr>
          <a:xfrm flipH="1">
            <a:off x="939676" y="1883625"/>
            <a:ext cx="22026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17" name="Google Shape;917;p38"/>
          <p:cNvSpPr txBox="1"/>
          <p:nvPr>
            <p:ph idx="6" type="ctrTitle"/>
          </p:nvPr>
        </p:nvSpPr>
        <p:spPr>
          <a:xfrm flipH="1">
            <a:off x="6001726" y="1464900"/>
            <a:ext cx="2202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18" name="Google Shape;918;p38"/>
          <p:cNvSpPr txBox="1"/>
          <p:nvPr>
            <p:ph idx="7" type="subTitle"/>
          </p:nvPr>
        </p:nvSpPr>
        <p:spPr>
          <a:xfrm flipH="1">
            <a:off x="6001852" y="1883625"/>
            <a:ext cx="22026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19" name="Google Shape;919;p38"/>
          <p:cNvSpPr txBox="1"/>
          <p:nvPr>
            <p:ph idx="8"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17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39"/>
          <p:cNvSpPr/>
          <p:nvPr/>
        </p:nvSpPr>
        <p:spPr>
          <a:xfrm>
            <a:off x="-290695" y="679353"/>
            <a:ext cx="911159" cy="586016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9"/>
          <p:cNvSpPr/>
          <p:nvPr/>
        </p:nvSpPr>
        <p:spPr>
          <a:xfrm rot="-8386458">
            <a:off x="8430701" y="4245908"/>
            <a:ext cx="373955" cy="256055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9"/>
          <p:cNvSpPr/>
          <p:nvPr/>
        </p:nvSpPr>
        <p:spPr>
          <a:xfrm rot="-8386458">
            <a:off x="8918846" y="4553744"/>
            <a:ext cx="336453" cy="238357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9"/>
          <p:cNvSpPr/>
          <p:nvPr/>
        </p:nvSpPr>
        <p:spPr>
          <a:xfrm rot="-8386458">
            <a:off x="8471017" y="4609639"/>
            <a:ext cx="388388" cy="26258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9"/>
          <p:cNvSpPr/>
          <p:nvPr/>
        </p:nvSpPr>
        <p:spPr>
          <a:xfrm rot="-8386458">
            <a:off x="8748161" y="4004642"/>
            <a:ext cx="377433" cy="314520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6" name="Google Shape;926;p39"/>
          <p:cNvGrpSpPr/>
          <p:nvPr/>
        </p:nvGrpSpPr>
        <p:grpSpPr>
          <a:xfrm>
            <a:off x="-222358" y="1017295"/>
            <a:ext cx="572923" cy="720591"/>
            <a:chOff x="632000" y="3011150"/>
            <a:chExt cx="212225" cy="266925"/>
          </a:xfrm>
        </p:grpSpPr>
        <p:sp>
          <p:nvSpPr>
            <p:cNvPr id="927" name="Google Shape;927;p39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9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9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9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9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9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9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9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9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9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9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9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9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0" name="Google Shape;940;p39"/>
          <p:cNvGrpSpPr/>
          <p:nvPr/>
        </p:nvGrpSpPr>
        <p:grpSpPr>
          <a:xfrm>
            <a:off x="-191589" y="332562"/>
            <a:ext cx="1104456" cy="586021"/>
            <a:chOff x="238125" y="2760550"/>
            <a:chExt cx="528650" cy="280500"/>
          </a:xfrm>
        </p:grpSpPr>
        <p:sp>
          <p:nvSpPr>
            <p:cNvPr id="941" name="Google Shape;941;p39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9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3" name="Google Shape;943;p39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944" name="Google Shape;944;p39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39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39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39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8" name="Google Shape;948;p39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9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0" name="Google Shape;950;p39"/>
          <p:cNvSpPr txBox="1"/>
          <p:nvPr>
            <p:ph type="ctrTitle"/>
          </p:nvPr>
        </p:nvSpPr>
        <p:spPr>
          <a:xfrm flipH="1">
            <a:off x="1745898" y="2722425"/>
            <a:ext cx="2041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51" name="Google Shape;951;p39"/>
          <p:cNvSpPr txBox="1"/>
          <p:nvPr>
            <p:ph idx="1" type="subTitle"/>
          </p:nvPr>
        </p:nvSpPr>
        <p:spPr>
          <a:xfrm flipH="1">
            <a:off x="1745902" y="3278975"/>
            <a:ext cx="2041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52" name="Google Shape;952;p39"/>
          <p:cNvSpPr txBox="1"/>
          <p:nvPr>
            <p:ph idx="2" type="ctrTitle"/>
          </p:nvPr>
        </p:nvSpPr>
        <p:spPr>
          <a:xfrm flipH="1">
            <a:off x="6192125" y="2722425"/>
            <a:ext cx="2041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53" name="Google Shape;953;p39"/>
          <p:cNvSpPr txBox="1"/>
          <p:nvPr>
            <p:ph idx="3" type="subTitle"/>
          </p:nvPr>
        </p:nvSpPr>
        <p:spPr>
          <a:xfrm flipH="1">
            <a:off x="6192126" y="3264450"/>
            <a:ext cx="2041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54" name="Google Shape;954;p39"/>
          <p:cNvSpPr txBox="1"/>
          <p:nvPr>
            <p:ph idx="4" type="ctrTitle"/>
          </p:nvPr>
        </p:nvSpPr>
        <p:spPr>
          <a:xfrm flipH="1">
            <a:off x="1745900" y="1383375"/>
            <a:ext cx="2041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55" name="Google Shape;955;p39"/>
          <p:cNvSpPr txBox="1"/>
          <p:nvPr>
            <p:ph idx="5" type="subTitle"/>
          </p:nvPr>
        </p:nvSpPr>
        <p:spPr>
          <a:xfrm flipH="1">
            <a:off x="1745900" y="1943625"/>
            <a:ext cx="2041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56" name="Google Shape;956;p39"/>
          <p:cNvSpPr txBox="1"/>
          <p:nvPr>
            <p:ph idx="6" type="ctrTitle"/>
          </p:nvPr>
        </p:nvSpPr>
        <p:spPr>
          <a:xfrm flipH="1">
            <a:off x="6192200" y="1376100"/>
            <a:ext cx="2041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57" name="Google Shape;957;p39"/>
          <p:cNvSpPr txBox="1"/>
          <p:nvPr>
            <p:ph idx="7" type="subTitle"/>
          </p:nvPr>
        </p:nvSpPr>
        <p:spPr>
          <a:xfrm flipH="1">
            <a:off x="6192126" y="1943625"/>
            <a:ext cx="2041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58" name="Google Shape;958;p39"/>
          <p:cNvSpPr txBox="1"/>
          <p:nvPr>
            <p:ph idx="8" type="title"/>
          </p:nvPr>
        </p:nvSpPr>
        <p:spPr>
          <a:xfrm>
            <a:off x="713225" y="2926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7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0"/>
          <p:cNvSpPr/>
          <p:nvPr/>
        </p:nvSpPr>
        <p:spPr>
          <a:xfrm>
            <a:off x="-223410" y="4560500"/>
            <a:ext cx="1259478" cy="810039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1" name="Google Shape;961;p40"/>
          <p:cNvGrpSpPr/>
          <p:nvPr/>
        </p:nvGrpSpPr>
        <p:grpSpPr>
          <a:xfrm rot="2339736">
            <a:off x="-212865" y="3785720"/>
            <a:ext cx="1655274" cy="878283"/>
            <a:chOff x="238125" y="2760550"/>
            <a:chExt cx="528650" cy="280500"/>
          </a:xfrm>
        </p:grpSpPr>
        <p:sp>
          <p:nvSpPr>
            <p:cNvPr id="962" name="Google Shape;962;p40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40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4" name="Google Shape;964;p40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965" name="Google Shape;965;p40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40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40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40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69" name="Google Shape;969;p40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0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40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2" name="Google Shape;972;p40"/>
          <p:cNvSpPr/>
          <p:nvPr/>
        </p:nvSpPr>
        <p:spPr>
          <a:xfrm flipH="1" rot="2180355">
            <a:off x="7982301" y="3900276"/>
            <a:ext cx="1444399" cy="1550690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40"/>
          <p:cNvSpPr/>
          <p:nvPr/>
        </p:nvSpPr>
        <p:spPr>
          <a:xfrm flipH="1" rot="2180269">
            <a:off x="7342427" y="3965485"/>
            <a:ext cx="688432" cy="471399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40"/>
          <p:cNvSpPr/>
          <p:nvPr/>
        </p:nvSpPr>
        <p:spPr>
          <a:xfrm flipH="1" rot="2180269">
            <a:off x="8112993" y="4694261"/>
            <a:ext cx="619393" cy="438817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40"/>
          <p:cNvSpPr/>
          <p:nvPr/>
        </p:nvSpPr>
        <p:spPr>
          <a:xfrm flipH="1" rot="2180269">
            <a:off x="8006513" y="3887597"/>
            <a:ext cx="715003" cy="483422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0"/>
          <p:cNvSpPr/>
          <p:nvPr/>
        </p:nvSpPr>
        <p:spPr>
          <a:xfrm flipH="1" rot="2180269">
            <a:off x="7096128" y="4573837"/>
            <a:ext cx="694835" cy="579035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0"/>
          <p:cNvSpPr txBox="1"/>
          <p:nvPr>
            <p:ph type="title"/>
          </p:nvPr>
        </p:nvSpPr>
        <p:spPr>
          <a:xfrm>
            <a:off x="4661975" y="1162675"/>
            <a:ext cx="3683400" cy="142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8" name="Google Shape;978;p40"/>
          <p:cNvSpPr txBox="1"/>
          <p:nvPr>
            <p:ph idx="1" type="body"/>
          </p:nvPr>
        </p:nvSpPr>
        <p:spPr>
          <a:xfrm>
            <a:off x="4662000" y="2559025"/>
            <a:ext cx="36834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indent="-304800" lvl="1" marL="914400" algn="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r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r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r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r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r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r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r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5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1"/>
          <p:cNvSpPr txBox="1"/>
          <p:nvPr>
            <p:ph type="title"/>
          </p:nvPr>
        </p:nvSpPr>
        <p:spPr>
          <a:xfrm>
            <a:off x="713225" y="282900"/>
            <a:ext cx="77175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9pPr>
          </a:lstStyle>
          <a:p/>
        </p:txBody>
      </p:sp>
      <p:sp>
        <p:nvSpPr>
          <p:cNvPr id="981" name="Google Shape;981;p41"/>
          <p:cNvSpPr/>
          <p:nvPr/>
        </p:nvSpPr>
        <p:spPr>
          <a:xfrm rot="7659018">
            <a:off x="587193" y="4483432"/>
            <a:ext cx="516966" cy="353977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41"/>
          <p:cNvSpPr/>
          <p:nvPr/>
        </p:nvSpPr>
        <p:spPr>
          <a:xfrm rot="7659018">
            <a:off x="1081042" y="4390489"/>
            <a:ext cx="536919" cy="36300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41"/>
          <p:cNvSpPr/>
          <p:nvPr/>
        </p:nvSpPr>
        <p:spPr>
          <a:xfrm rot="7659018">
            <a:off x="272168" y="4015411"/>
            <a:ext cx="521775" cy="43480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4" name="Google Shape;984;p41"/>
          <p:cNvGrpSpPr/>
          <p:nvPr/>
        </p:nvGrpSpPr>
        <p:grpSpPr>
          <a:xfrm flipH="1" rot="10605665">
            <a:off x="317635" y="2363330"/>
            <a:ext cx="1322098" cy="750075"/>
            <a:chOff x="238125" y="2760550"/>
            <a:chExt cx="528650" cy="280500"/>
          </a:xfrm>
        </p:grpSpPr>
        <p:sp>
          <p:nvSpPr>
            <p:cNvPr id="985" name="Google Shape;985;p41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41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7" name="Google Shape;987;p41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988" name="Google Shape;988;p41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2" name="Google Shape;992;p41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41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41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41"/>
          <p:cNvSpPr/>
          <p:nvPr/>
        </p:nvSpPr>
        <p:spPr>
          <a:xfrm>
            <a:off x="5080328" y="3345952"/>
            <a:ext cx="1670389" cy="1074292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6" name="Google Shape;996;p41"/>
          <p:cNvGrpSpPr/>
          <p:nvPr/>
        </p:nvGrpSpPr>
        <p:grpSpPr>
          <a:xfrm>
            <a:off x="5723597" y="3926684"/>
            <a:ext cx="967449" cy="1216804"/>
            <a:chOff x="632000" y="3011150"/>
            <a:chExt cx="212225" cy="266925"/>
          </a:xfrm>
        </p:grpSpPr>
        <p:sp>
          <p:nvSpPr>
            <p:cNvPr id="997" name="Google Shape;997;p41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41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1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1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41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41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41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41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41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41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41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1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0" name="Google Shape;1010;p41"/>
          <p:cNvSpPr/>
          <p:nvPr/>
        </p:nvSpPr>
        <p:spPr>
          <a:xfrm rot="7659018">
            <a:off x="85893" y="872882"/>
            <a:ext cx="516966" cy="353977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1"/>
          <p:cNvSpPr/>
          <p:nvPr/>
        </p:nvSpPr>
        <p:spPr>
          <a:xfrm rot="7659018">
            <a:off x="-229132" y="404861"/>
            <a:ext cx="521775" cy="43480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41"/>
          <p:cNvSpPr txBox="1"/>
          <p:nvPr>
            <p:ph idx="1" type="subTitle"/>
          </p:nvPr>
        </p:nvSpPr>
        <p:spPr>
          <a:xfrm flipH="1">
            <a:off x="6221825" y="1656650"/>
            <a:ext cx="2105400" cy="14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">
  <p:cSld name="CUSTOM_8"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2"/>
          <p:cNvSpPr/>
          <p:nvPr/>
        </p:nvSpPr>
        <p:spPr>
          <a:xfrm>
            <a:off x="-290695" y="679353"/>
            <a:ext cx="911159" cy="586016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2"/>
          <p:cNvSpPr/>
          <p:nvPr/>
        </p:nvSpPr>
        <p:spPr>
          <a:xfrm rot="-8386458">
            <a:off x="8430701" y="4245908"/>
            <a:ext cx="373955" cy="256055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42"/>
          <p:cNvSpPr/>
          <p:nvPr/>
        </p:nvSpPr>
        <p:spPr>
          <a:xfrm rot="-8386458">
            <a:off x="8918846" y="4553744"/>
            <a:ext cx="336453" cy="238357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2"/>
          <p:cNvSpPr/>
          <p:nvPr/>
        </p:nvSpPr>
        <p:spPr>
          <a:xfrm rot="-8386458">
            <a:off x="8471017" y="4609639"/>
            <a:ext cx="388388" cy="26258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42"/>
          <p:cNvSpPr/>
          <p:nvPr/>
        </p:nvSpPr>
        <p:spPr>
          <a:xfrm rot="-8386458">
            <a:off x="8748161" y="4004642"/>
            <a:ext cx="377433" cy="314520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9" name="Google Shape;1019;p42"/>
          <p:cNvGrpSpPr/>
          <p:nvPr/>
        </p:nvGrpSpPr>
        <p:grpSpPr>
          <a:xfrm>
            <a:off x="-222358" y="1017295"/>
            <a:ext cx="572923" cy="720591"/>
            <a:chOff x="632000" y="3011150"/>
            <a:chExt cx="212225" cy="266925"/>
          </a:xfrm>
        </p:grpSpPr>
        <p:sp>
          <p:nvSpPr>
            <p:cNvPr id="1020" name="Google Shape;1020;p42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42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42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42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42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42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42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42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42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42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2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42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42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3" name="Google Shape;1033;p42"/>
          <p:cNvGrpSpPr/>
          <p:nvPr/>
        </p:nvGrpSpPr>
        <p:grpSpPr>
          <a:xfrm>
            <a:off x="-191589" y="332562"/>
            <a:ext cx="1104456" cy="586021"/>
            <a:chOff x="238125" y="2760550"/>
            <a:chExt cx="528650" cy="280500"/>
          </a:xfrm>
        </p:grpSpPr>
        <p:sp>
          <p:nvSpPr>
            <p:cNvPr id="1034" name="Google Shape;1034;p42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42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6" name="Google Shape;1036;p42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037" name="Google Shape;1037;p42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42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42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42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41" name="Google Shape;1041;p42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2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3" name="Google Shape;1043;p42"/>
          <p:cNvSpPr txBox="1"/>
          <p:nvPr>
            <p:ph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9"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3"/>
          <p:cNvSpPr/>
          <p:nvPr/>
        </p:nvSpPr>
        <p:spPr>
          <a:xfrm>
            <a:off x="7548689" y="-124386"/>
            <a:ext cx="1776905" cy="1142825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6" name="Google Shape;1046;p43"/>
          <p:cNvGrpSpPr/>
          <p:nvPr/>
        </p:nvGrpSpPr>
        <p:grpSpPr>
          <a:xfrm>
            <a:off x="8192897" y="687198"/>
            <a:ext cx="764201" cy="961224"/>
            <a:chOff x="632000" y="3011150"/>
            <a:chExt cx="212225" cy="266925"/>
          </a:xfrm>
        </p:grpSpPr>
        <p:sp>
          <p:nvSpPr>
            <p:cNvPr id="1047" name="Google Shape;1047;p43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43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3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3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3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3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43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3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3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3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3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3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3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0" name="Google Shape;1060;p43"/>
          <p:cNvGrpSpPr/>
          <p:nvPr/>
        </p:nvGrpSpPr>
        <p:grpSpPr>
          <a:xfrm flipH="1" rot="-134861">
            <a:off x="2740966" y="4346188"/>
            <a:ext cx="1655261" cy="878276"/>
            <a:chOff x="238125" y="2760550"/>
            <a:chExt cx="528650" cy="280500"/>
          </a:xfrm>
        </p:grpSpPr>
        <p:sp>
          <p:nvSpPr>
            <p:cNvPr id="1061" name="Google Shape;1061;p43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3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3" name="Google Shape;1063;p43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064" name="Google Shape;1064;p43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43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43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43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8" name="Google Shape;1068;p43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3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3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1" name="Google Shape;1071;p43"/>
          <p:cNvSpPr txBox="1"/>
          <p:nvPr>
            <p:ph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8"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44"/>
          <p:cNvSpPr txBox="1"/>
          <p:nvPr>
            <p:ph type="title"/>
          </p:nvPr>
        </p:nvSpPr>
        <p:spPr>
          <a:xfrm>
            <a:off x="713225" y="2926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74" name="Google Shape;1074;p44"/>
          <p:cNvGrpSpPr/>
          <p:nvPr/>
        </p:nvGrpSpPr>
        <p:grpSpPr>
          <a:xfrm flipH="1" rot="10605665">
            <a:off x="8089660" y="191030"/>
            <a:ext cx="1322098" cy="750075"/>
            <a:chOff x="238125" y="2760550"/>
            <a:chExt cx="528650" cy="280500"/>
          </a:xfrm>
        </p:grpSpPr>
        <p:sp>
          <p:nvSpPr>
            <p:cNvPr id="1075" name="Google Shape;1075;p44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4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77" name="Google Shape;1077;p44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078" name="Google Shape;1078;p44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44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44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44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2" name="Google Shape;1082;p44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4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44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5" name="Google Shape;1085;p44"/>
          <p:cNvSpPr/>
          <p:nvPr/>
        </p:nvSpPr>
        <p:spPr>
          <a:xfrm flipH="1" rot="9147570">
            <a:off x="-485099" y="4316836"/>
            <a:ext cx="1670403" cy="1074292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6" name="Google Shape;1086;p44"/>
          <p:cNvGrpSpPr/>
          <p:nvPr/>
        </p:nvGrpSpPr>
        <p:grpSpPr>
          <a:xfrm flipH="1" rot="9147648">
            <a:off x="764454" y="4245575"/>
            <a:ext cx="967452" cy="1216808"/>
            <a:chOff x="632000" y="3011150"/>
            <a:chExt cx="212225" cy="266925"/>
          </a:xfrm>
        </p:grpSpPr>
        <p:sp>
          <p:nvSpPr>
            <p:cNvPr id="1087" name="Google Shape;1087;p44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4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4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4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44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44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4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4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44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44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44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4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4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0"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45"/>
          <p:cNvSpPr txBox="1"/>
          <p:nvPr>
            <p:ph type="ctrTitle"/>
          </p:nvPr>
        </p:nvSpPr>
        <p:spPr>
          <a:xfrm flipH="1">
            <a:off x="671836" y="1595175"/>
            <a:ext cx="23709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02" name="Google Shape;1102;p45"/>
          <p:cNvSpPr txBox="1"/>
          <p:nvPr>
            <p:ph idx="1" type="subTitle"/>
          </p:nvPr>
        </p:nvSpPr>
        <p:spPr>
          <a:xfrm flipH="1">
            <a:off x="671836" y="2020584"/>
            <a:ext cx="23709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03" name="Google Shape;1103;p45"/>
          <p:cNvSpPr txBox="1"/>
          <p:nvPr>
            <p:ph idx="2" type="ctrTitle"/>
          </p:nvPr>
        </p:nvSpPr>
        <p:spPr>
          <a:xfrm flipH="1">
            <a:off x="6101432" y="1595175"/>
            <a:ext cx="237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04" name="Google Shape;1104;p45"/>
          <p:cNvSpPr txBox="1"/>
          <p:nvPr>
            <p:ph idx="3" type="subTitle"/>
          </p:nvPr>
        </p:nvSpPr>
        <p:spPr>
          <a:xfrm flipH="1">
            <a:off x="6101432" y="2046925"/>
            <a:ext cx="23706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05" name="Google Shape;1105;p45"/>
          <p:cNvSpPr txBox="1"/>
          <p:nvPr>
            <p:ph idx="4" type="ctrTitle"/>
          </p:nvPr>
        </p:nvSpPr>
        <p:spPr>
          <a:xfrm flipH="1">
            <a:off x="3383669" y="1595175"/>
            <a:ext cx="23709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06" name="Google Shape;1106;p45"/>
          <p:cNvSpPr txBox="1"/>
          <p:nvPr>
            <p:ph idx="5" type="subTitle"/>
          </p:nvPr>
        </p:nvSpPr>
        <p:spPr>
          <a:xfrm flipH="1">
            <a:off x="3383669" y="2046925"/>
            <a:ext cx="23709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07" name="Google Shape;1107;p45"/>
          <p:cNvSpPr txBox="1"/>
          <p:nvPr>
            <p:ph idx="6" type="ctrTitle"/>
          </p:nvPr>
        </p:nvSpPr>
        <p:spPr>
          <a:xfrm flipH="1">
            <a:off x="671836" y="3310295"/>
            <a:ext cx="23709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08" name="Google Shape;1108;p45"/>
          <p:cNvSpPr txBox="1"/>
          <p:nvPr>
            <p:ph idx="7" type="subTitle"/>
          </p:nvPr>
        </p:nvSpPr>
        <p:spPr>
          <a:xfrm flipH="1">
            <a:off x="671836" y="3770478"/>
            <a:ext cx="23709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09" name="Google Shape;1109;p45"/>
          <p:cNvSpPr txBox="1"/>
          <p:nvPr>
            <p:ph idx="8" type="ctrTitle"/>
          </p:nvPr>
        </p:nvSpPr>
        <p:spPr>
          <a:xfrm flipH="1">
            <a:off x="6101282" y="3310300"/>
            <a:ext cx="23709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10" name="Google Shape;1110;p45"/>
          <p:cNvSpPr txBox="1"/>
          <p:nvPr>
            <p:ph idx="9" type="subTitle"/>
          </p:nvPr>
        </p:nvSpPr>
        <p:spPr>
          <a:xfrm flipH="1">
            <a:off x="6101282" y="3770475"/>
            <a:ext cx="23709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11" name="Google Shape;1111;p45"/>
          <p:cNvSpPr txBox="1"/>
          <p:nvPr>
            <p:ph idx="13" type="ctrTitle"/>
          </p:nvPr>
        </p:nvSpPr>
        <p:spPr>
          <a:xfrm flipH="1">
            <a:off x="3383669" y="3318000"/>
            <a:ext cx="23709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12" name="Google Shape;1112;p45"/>
          <p:cNvSpPr txBox="1"/>
          <p:nvPr>
            <p:ph idx="14" type="subTitle"/>
          </p:nvPr>
        </p:nvSpPr>
        <p:spPr>
          <a:xfrm flipH="1">
            <a:off x="3383669" y="3770475"/>
            <a:ext cx="23709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13" name="Google Shape;1113;p45"/>
          <p:cNvSpPr txBox="1"/>
          <p:nvPr>
            <p:ph idx="15"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4" name="Google Shape;1114;p45"/>
          <p:cNvSpPr/>
          <p:nvPr/>
        </p:nvSpPr>
        <p:spPr>
          <a:xfrm>
            <a:off x="8280457" y="436882"/>
            <a:ext cx="1446470" cy="930304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45"/>
          <p:cNvSpPr/>
          <p:nvPr/>
        </p:nvSpPr>
        <p:spPr>
          <a:xfrm>
            <a:off x="-639375" y="4378064"/>
            <a:ext cx="1028852" cy="661711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6" name="Google Shape;1116;p45"/>
          <p:cNvGrpSpPr/>
          <p:nvPr/>
        </p:nvGrpSpPr>
        <p:grpSpPr>
          <a:xfrm rot="2339626">
            <a:off x="-198807" y="3983637"/>
            <a:ext cx="968856" cy="514072"/>
            <a:chOff x="238125" y="2760550"/>
            <a:chExt cx="528650" cy="280500"/>
          </a:xfrm>
        </p:grpSpPr>
        <p:sp>
          <p:nvSpPr>
            <p:cNvPr id="1117" name="Google Shape;1117;p45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45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9" name="Google Shape;1119;p45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120" name="Google Shape;1120;p45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45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45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45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24" name="Google Shape;1124;p45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45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45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7" name="Google Shape;1127;p45"/>
          <p:cNvGrpSpPr/>
          <p:nvPr/>
        </p:nvGrpSpPr>
        <p:grpSpPr>
          <a:xfrm>
            <a:off x="-316587" y="3058264"/>
            <a:ext cx="566259" cy="712209"/>
            <a:chOff x="632000" y="3011150"/>
            <a:chExt cx="212225" cy="266925"/>
          </a:xfrm>
        </p:grpSpPr>
        <p:sp>
          <p:nvSpPr>
            <p:cNvPr id="1128" name="Google Shape;1128;p45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45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45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5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5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5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5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5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5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5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5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5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5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45"/>
          <p:cNvGrpSpPr/>
          <p:nvPr/>
        </p:nvGrpSpPr>
        <p:grpSpPr>
          <a:xfrm>
            <a:off x="8614326" y="1009338"/>
            <a:ext cx="569739" cy="716587"/>
            <a:chOff x="632000" y="3011150"/>
            <a:chExt cx="212225" cy="266925"/>
          </a:xfrm>
        </p:grpSpPr>
        <p:sp>
          <p:nvSpPr>
            <p:cNvPr id="1142" name="Google Shape;1142;p45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5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5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5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5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5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5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5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5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5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5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5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5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5" name="Google Shape;1155;p45"/>
          <p:cNvSpPr/>
          <p:nvPr/>
        </p:nvSpPr>
        <p:spPr>
          <a:xfrm>
            <a:off x="8748347" y="-81225"/>
            <a:ext cx="426103" cy="291761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45"/>
          <p:cNvSpPr/>
          <p:nvPr/>
        </p:nvSpPr>
        <p:spPr>
          <a:xfrm>
            <a:off x="8230824" y="147412"/>
            <a:ext cx="430066" cy="358379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1"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6"/>
          <p:cNvSpPr txBox="1"/>
          <p:nvPr>
            <p:ph type="ctrTitle"/>
          </p:nvPr>
        </p:nvSpPr>
        <p:spPr>
          <a:xfrm flipH="1">
            <a:off x="1507912" y="1002225"/>
            <a:ext cx="2333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59" name="Google Shape;1159;p46"/>
          <p:cNvSpPr txBox="1"/>
          <p:nvPr>
            <p:ph idx="1" type="subTitle"/>
          </p:nvPr>
        </p:nvSpPr>
        <p:spPr>
          <a:xfrm flipH="1">
            <a:off x="1507912" y="1427625"/>
            <a:ext cx="23334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60" name="Google Shape;1160;p46"/>
          <p:cNvSpPr txBox="1"/>
          <p:nvPr>
            <p:ph idx="2" type="ctrTitle"/>
          </p:nvPr>
        </p:nvSpPr>
        <p:spPr>
          <a:xfrm flipH="1">
            <a:off x="1507912" y="3394475"/>
            <a:ext cx="2333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1" name="Google Shape;1161;p46"/>
          <p:cNvSpPr txBox="1"/>
          <p:nvPr>
            <p:ph idx="3" type="subTitle"/>
          </p:nvPr>
        </p:nvSpPr>
        <p:spPr>
          <a:xfrm flipH="1">
            <a:off x="1507912" y="3819875"/>
            <a:ext cx="23334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62" name="Google Shape;1162;p46"/>
          <p:cNvSpPr txBox="1"/>
          <p:nvPr>
            <p:ph idx="4" type="ctrTitle"/>
          </p:nvPr>
        </p:nvSpPr>
        <p:spPr>
          <a:xfrm flipH="1">
            <a:off x="1507912" y="2198350"/>
            <a:ext cx="2333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3" name="Google Shape;1163;p46"/>
          <p:cNvSpPr txBox="1"/>
          <p:nvPr>
            <p:ph idx="5" type="subTitle"/>
          </p:nvPr>
        </p:nvSpPr>
        <p:spPr>
          <a:xfrm flipH="1">
            <a:off x="1507913" y="2623750"/>
            <a:ext cx="23334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64" name="Google Shape;1164;p46"/>
          <p:cNvSpPr txBox="1"/>
          <p:nvPr>
            <p:ph idx="6" type="ctrTitle"/>
          </p:nvPr>
        </p:nvSpPr>
        <p:spPr>
          <a:xfrm flipH="1">
            <a:off x="5906438" y="1002225"/>
            <a:ext cx="2333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5" name="Google Shape;1165;p46"/>
          <p:cNvSpPr txBox="1"/>
          <p:nvPr>
            <p:ph idx="7" type="subTitle"/>
          </p:nvPr>
        </p:nvSpPr>
        <p:spPr>
          <a:xfrm flipH="1">
            <a:off x="5923113" y="1427625"/>
            <a:ext cx="23334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66" name="Google Shape;1166;p46"/>
          <p:cNvSpPr txBox="1"/>
          <p:nvPr>
            <p:ph idx="8" type="ctrTitle"/>
          </p:nvPr>
        </p:nvSpPr>
        <p:spPr>
          <a:xfrm flipH="1">
            <a:off x="5923113" y="3394475"/>
            <a:ext cx="2333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7" name="Google Shape;1167;p46"/>
          <p:cNvSpPr txBox="1"/>
          <p:nvPr>
            <p:ph idx="9" type="subTitle"/>
          </p:nvPr>
        </p:nvSpPr>
        <p:spPr>
          <a:xfrm flipH="1">
            <a:off x="5906438" y="2623750"/>
            <a:ext cx="23334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68" name="Google Shape;1168;p46"/>
          <p:cNvSpPr txBox="1"/>
          <p:nvPr>
            <p:ph idx="13" type="ctrTitle"/>
          </p:nvPr>
        </p:nvSpPr>
        <p:spPr>
          <a:xfrm flipH="1">
            <a:off x="5906425" y="2198338"/>
            <a:ext cx="2333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9" name="Google Shape;1169;p46"/>
          <p:cNvSpPr txBox="1"/>
          <p:nvPr>
            <p:ph idx="14" type="subTitle"/>
          </p:nvPr>
        </p:nvSpPr>
        <p:spPr>
          <a:xfrm flipH="1">
            <a:off x="5923113" y="3819875"/>
            <a:ext cx="23334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70" name="Google Shape;1170;p46"/>
          <p:cNvSpPr txBox="1"/>
          <p:nvPr>
            <p:ph idx="15" type="title"/>
          </p:nvPr>
        </p:nvSpPr>
        <p:spPr>
          <a:xfrm>
            <a:off x="716450" y="292625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1" name="Google Shape;1171;p46"/>
          <p:cNvSpPr/>
          <p:nvPr/>
        </p:nvSpPr>
        <p:spPr>
          <a:xfrm flipH="1">
            <a:off x="8288153" y="868900"/>
            <a:ext cx="1259478" cy="810039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2" name="Google Shape;1172;p46"/>
          <p:cNvGrpSpPr/>
          <p:nvPr/>
        </p:nvGrpSpPr>
        <p:grpSpPr>
          <a:xfrm flipH="1" rot="-2339736">
            <a:off x="7881810" y="94120"/>
            <a:ext cx="1655274" cy="878283"/>
            <a:chOff x="238125" y="2760550"/>
            <a:chExt cx="528650" cy="280500"/>
          </a:xfrm>
        </p:grpSpPr>
        <p:sp>
          <p:nvSpPr>
            <p:cNvPr id="1173" name="Google Shape;1173;p46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46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75" name="Google Shape;1175;p46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176" name="Google Shape;1176;p46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46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46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46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0" name="Google Shape;1180;p46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46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46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3" name="Google Shape;1183;p46"/>
          <p:cNvGrpSpPr/>
          <p:nvPr/>
        </p:nvGrpSpPr>
        <p:grpSpPr>
          <a:xfrm flipH="1" rot="10605665">
            <a:off x="-775515" y="2328492"/>
            <a:ext cx="1322098" cy="750075"/>
            <a:chOff x="238125" y="2760550"/>
            <a:chExt cx="528650" cy="280500"/>
          </a:xfrm>
        </p:grpSpPr>
        <p:sp>
          <p:nvSpPr>
            <p:cNvPr id="1184" name="Google Shape;1184;p46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46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6" name="Google Shape;1186;p46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187" name="Google Shape;1187;p46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46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46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46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1" name="Google Shape;1191;p46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46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6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4" name="Google Shape;1194;p46"/>
          <p:cNvGrpSpPr/>
          <p:nvPr/>
        </p:nvGrpSpPr>
        <p:grpSpPr>
          <a:xfrm flipH="1">
            <a:off x="8580175" y="1489359"/>
            <a:ext cx="967449" cy="1216804"/>
            <a:chOff x="632000" y="3011150"/>
            <a:chExt cx="212225" cy="266925"/>
          </a:xfrm>
        </p:grpSpPr>
        <p:sp>
          <p:nvSpPr>
            <p:cNvPr id="1195" name="Google Shape;1195;p46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46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46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46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46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6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46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6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46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6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46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6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6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CUSTOM_12"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9" name="Google Shape;1209;p47"/>
          <p:cNvGrpSpPr/>
          <p:nvPr/>
        </p:nvGrpSpPr>
        <p:grpSpPr>
          <a:xfrm>
            <a:off x="125" y="-9800"/>
            <a:ext cx="9144072" cy="5219981"/>
            <a:chOff x="129117" y="470677"/>
            <a:chExt cx="8319600" cy="4749323"/>
          </a:xfrm>
        </p:grpSpPr>
        <p:sp>
          <p:nvSpPr>
            <p:cNvPr id="1210" name="Google Shape;1210;p47"/>
            <p:cNvSpPr/>
            <p:nvPr/>
          </p:nvSpPr>
          <p:spPr>
            <a:xfrm>
              <a:off x="129117" y="470677"/>
              <a:ext cx="8319600" cy="4010075"/>
            </a:xfrm>
            <a:custGeom>
              <a:rect b="b" l="l" r="r" t="t"/>
              <a:pathLst>
                <a:path extrusionOk="0" h="160403" w="284991">
                  <a:moveTo>
                    <a:pt x="1" y="0"/>
                  </a:moveTo>
                  <a:lnTo>
                    <a:pt x="1" y="102859"/>
                  </a:lnTo>
                  <a:cubicBezTo>
                    <a:pt x="4001" y="110193"/>
                    <a:pt x="12233" y="115443"/>
                    <a:pt x="20658" y="115443"/>
                  </a:cubicBezTo>
                  <a:cubicBezTo>
                    <a:pt x="20682" y="115443"/>
                    <a:pt x="20706" y="115442"/>
                    <a:pt x="20730" y="115442"/>
                  </a:cubicBezTo>
                  <a:cubicBezTo>
                    <a:pt x="20852" y="119941"/>
                    <a:pt x="23101" y="124409"/>
                    <a:pt x="26718" y="127145"/>
                  </a:cubicBezTo>
                  <a:cubicBezTo>
                    <a:pt x="29340" y="129161"/>
                    <a:pt x="32671" y="130236"/>
                    <a:pt x="36006" y="130236"/>
                  </a:cubicBezTo>
                  <a:cubicBezTo>
                    <a:pt x="37196" y="130236"/>
                    <a:pt x="38387" y="130099"/>
                    <a:pt x="39545" y="129820"/>
                  </a:cubicBezTo>
                  <a:cubicBezTo>
                    <a:pt x="41248" y="135412"/>
                    <a:pt x="44956" y="141309"/>
                    <a:pt x="50579" y="142890"/>
                  </a:cubicBezTo>
                  <a:cubicBezTo>
                    <a:pt x="52091" y="143325"/>
                    <a:pt x="53665" y="143536"/>
                    <a:pt x="55244" y="143536"/>
                  </a:cubicBezTo>
                  <a:cubicBezTo>
                    <a:pt x="59505" y="143536"/>
                    <a:pt x="63799" y="141998"/>
                    <a:pt x="66993" y="139181"/>
                  </a:cubicBezTo>
                  <a:cubicBezTo>
                    <a:pt x="67661" y="142525"/>
                    <a:pt x="70336" y="145747"/>
                    <a:pt x="73406" y="147236"/>
                  </a:cubicBezTo>
                  <a:cubicBezTo>
                    <a:pt x="74933" y="147977"/>
                    <a:pt x="76634" y="148349"/>
                    <a:pt x="78331" y="148349"/>
                  </a:cubicBezTo>
                  <a:cubicBezTo>
                    <a:pt x="80046" y="148349"/>
                    <a:pt x="81757" y="147970"/>
                    <a:pt x="83285" y="147206"/>
                  </a:cubicBezTo>
                  <a:cubicBezTo>
                    <a:pt x="89364" y="154713"/>
                    <a:pt x="97784" y="159729"/>
                    <a:pt x="107449" y="160337"/>
                  </a:cubicBezTo>
                  <a:cubicBezTo>
                    <a:pt x="108145" y="160381"/>
                    <a:pt x="108841" y="160402"/>
                    <a:pt x="109537" y="160402"/>
                  </a:cubicBezTo>
                  <a:cubicBezTo>
                    <a:pt x="118491" y="160402"/>
                    <a:pt x="127433" y="156812"/>
                    <a:pt x="133863" y="150580"/>
                  </a:cubicBezTo>
                  <a:cubicBezTo>
                    <a:pt x="140034" y="156020"/>
                    <a:pt x="149547" y="160185"/>
                    <a:pt x="157754" y="160367"/>
                  </a:cubicBezTo>
                  <a:cubicBezTo>
                    <a:pt x="158043" y="160375"/>
                    <a:pt x="158331" y="160378"/>
                    <a:pt x="158620" y="160378"/>
                  </a:cubicBezTo>
                  <a:cubicBezTo>
                    <a:pt x="166538" y="160378"/>
                    <a:pt x="174424" y="157572"/>
                    <a:pt x="180612" y="152616"/>
                  </a:cubicBezTo>
                  <a:cubicBezTo>
                    <a:pt x="182808" y="153903"/>
                    <a:pt x="185394" y="154423"/>
                    <a:pt x="188062" y="154423"/>
                  </a:cubicBezTo>
                  <a:cubicBezTo>
                    <a:pt x="191633" y="154423"/>
                    <a:pt x="195353" y="153491"/>
                    <a:pt x="198485" y="152221"/>
                  </a:cubicBezTo>
                  <a:cubicBezTo>
                    <a:pt x="203956" y="150002"/>
                    <a:pt x="208302" y="145139"/>
                    <a:pt x="209913" y="139455"/>
                  </a:cubicBezTo>
                  <a:cubicBezTo>
                    <a:pt x="213102" y="140936"/>
                    <a:pt x="216622" y="141676"/>
                    <a:pt x="220142" y="141676"/>
                  </a:cubicBezTo>
                  <a:cubicBezTo>
                    <a:pt x="223198" y="141676"/>
                    <a:pt x="226254" y="141118"/>
                    <a:pt x="229093" y="140002"/>
                  </a:cubicBezTo>
                  <a:cubicBezTo>
                    <a:pt x="235233" y="137631"/>
                    <a:pt x="240309" y="132646"/>
                    <a:pt x="242832" y="126567"/>
                  </a:cubicBezTo>
                  <a:cubicBezTo>
                    <a:pt x="244423" y="127702"/>
                    <a:pt x="246578" y="128199"/>
                    <a:pt x="248768" y="128199"/>
                  </a:cubicBezTo>
                  <a:cubicBezTo>
                    <a:pt x="250802" y="128199"/>
                    <a:pt x="252865" y="127770"/>
                    <a:pt x="254534" y="127023"/>
                  </a:cubicBezTo>
                  <a:cubicBezTo>
                    <a:pt x="257969" y="125473"/>
                    <a:pt x="260492" y="121977"/>
                    <a:pt x="260857" y="118208"/>
                  </a:cubicBezTo>
                  <a:cubicBezTo>
                    <a:pt x="261194" y="118225"/>
                    <a:pt x="261533" y="118233"/>
                    <a:pt x="261871" y="118233"/>
                  </a:cubicBezTo>
                  <a:cubicBezTo>
                    <a:pt x="271705" y="118233"/>
                    <a:pt x="281700" y="111477"/>
                    <a:pt x="284991" y="102251"/>
                  </a:cubicBezTo>
                  <a:lnTo>
                    <a:pt x="284960" y="102251"/>
                  </a:lnTo>
                  <a:lnTo>
                    <a:pt x="2849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47"/>
            <p:cNvSpPr/>
            <p:nvPr/>
          </p:nvSpPr>
          <p:spPr>
            <a:xfrm>
              <a:off x="2805800" y="3258700"/>
              <a:ext cx="2763750" cy="1961300"/>
            </a:xfrm>
            <a:custGeom>
              <a:rect b="b" l="l" r="r" t="t"/>
              <a:pathLst>
                <a:path extrusionOk="0" h="78452" w="110550">
                  <a:moveTo>
                    <a:pt x="60457" y="0"/>
                  </a:moveTo>
                  <a:cubicBezTo>
                    <a:pt x="54682" y="8238"/>
                    <a:pt x="48846" y="16414"/>
                    <a:pt x="43071" y="24621"/>
                  </a:cubicBezTo>
                  <a:cubicBezTo>
                    <a:pt x="43223" y="26748"/>
                    <a:pt x="43496" y="29059"/>
                    <a:pt x="43648" y="31186"/>
                  </a:cubicBezTo>
                  <a:cubicBezTo>
                    <a:pt x="34682" y="26049"/>
                    <a:pt x="24590" y="23891"/>
                    <a:pt x="14712" y="23709"/>
                  </a:cubicBezTo>
                  <a:cubicBezTo>
                    <a:pt x="14516" y="23705"/>
                    <a:pt x="14320" y="23703"/>
                    <a:pt x="14123" y="23703"/>
                  </a:cubicBezTo>
                  <a:cubicBezTo>
                    <a:pt x="9469" y="23703"/>
                    <a:pt x="4332" y="24789"/>
                    <a:pt x="1824" y="29484"/>
                  </a:cubicBezTo>
                  <a:cubicBezTo>
                    <a:pt x="0" y="32828"/>
                    <a:pt x="0" y="37144"/>
                    <a:pt x="182" y="41186"/>
                  </a:cubicBezTo>
                  <a:cubicBezTo>
                    <a:pt x="638" y="52797"/>
                    <a:pt x="2888" y="67053"/>
                    <a:pt x="4681" y="78451"/>
                  </a:cubicBezTo>
                  <a:lnTo>
                    <a:pt x="110549" y="78451"/>
                  </a:lnTo>
                  <a:cubicBezTo>
                    <a:pt x="107297" y="66232"/>
                    <a:pt x="104014" y="52433"/>
                    <a:pt x="100762" y="40153"/>
                  </a:cubicBezTo>
                  <a:cubicBezTo>
                    <a:pt x="99698" y="36080"/>
                    <a:pt x="98513" y="31916"/>
                    <a:pt x="96202" y="28755"/>
                  </a:cubicBezTo>
                  <a:cubicBezTo>
                    <a:pt x="93260" y="24780"/>
                    <a:pt x="88828" y="23063"/>
                    <a:pt x="84432" y="23063"/>
                  </a:cubicBezTo>
                  <a:cubicBezTo>
                    <a:pt x="83650" y="23063"/>
                    <a:pt x="82870" y="23117"/>
                    <a:pt x="82099" y="23223"/>
                  </a:cubicBezTo>
                  <a:cubicBezTo>
                    <a:pt x="77023" y="23891"/>
                    <a:pt x="70518" y="24803"/>
                    <a:pt x="65837" y="27387"/>
                  </a:cubicBezTo>
                  <a:cubicBezTo>
                    <a:pt x="64044" y="18268"/>
                    <a:pt x="62220" y="9119"/>
                    <a:pt x="604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47"/>
            <p:cNvSpPr/>
            <p:nvPr/>
          </p:nvSpPr>
          <p:spPr>
            <a:xfrm>
              <a:off x="2802000" y="2372450"/>
              <a:ext cx="2003850" cy="1679675"/>
            </a:xfrm>
            <a:custGeom>
              <a:rect b="b" l="l" r="r" t="t"/>
              <a:pathLst>
                <a:path extrusionOk="0" h="67187" w="80154">
                  <a:moveTo>
                    <a:pt x="34707" y="1"/>
                  </a:moveTo>
                  <a:cubicBezTo>
                    <a:pt x="34317" y="1"/>
                    <a:pt x="33904" y="70"/>
                    <a:pt x="33466" y="222"/>
                  </a:cubicBezTo>
                  <a:cubicBezTo>
                    <a:pt x="31764" y="830"/>
                    <a:pt x="30730" y="2441"/>
                    <a:pt x="29514" y="3657"/>
                  </a:cubicBezTo>
                  <a:cubicBezTo>
                    <a:pt x="28116" y="5055"/>
                    <a:pt x="27022" y="5176"/>
                    <a:pt x="25137" y="5207"/>
                  </a:cubicBezTo>
                  <a:cubicBezTo>
                    <a:pt x="25076" y="5209"/>
                    <a:pt x="25015" y="5210"/>
                    <a:pt x="24955" y="5210"/>
                  </a:cubicBezTo>
                  <a:cubicBezTo>
                    <a:pt x="21345" y="5210"/>
                    <a:pt x="18846" y="1707"/>
                    <a:pt x="15259" y="1438"/>
                  </a:cubicBezTo>
                  <a:cubicBezTo>
                    <a:pt x="15093" y="1427"/>
                    <a:pt x="14931" y="1421"/>
                    <a:pt x="14772" y="1421"/>
                  </a:cubicBezTo>
                  <a:cubicBezTo>
                    <a:pt x="12285" y="1421"/>
                    <a:pt x="10653" y="2742"/>
                    <a:pt x="8967" y="4599"/>
                  </a:cubicBezTo>
                  <a:cubicBezTo>
                    <a:pt x="7812" y="5875"/>
                    <a:pt x="6718" y="7243"/>
                    <a:pt x="5228" y="8155"/>
                  </a:cubicBezTo>
                  <a:cubicBezTo>
                    <a:pt x="4350" y="8704"/>
                    <a:pt x="3296" y="9055"/>
                    <a:pt x="2271" y="9055"/>
                  </a:cubicBezTo>
                  <a:cubicBezTo>
                    <a:pt x="1593" y="9055"/>
                    <a:pt x="927" y="8901"/>
                    <a:pt x="334" y="8550"/>
                  </a:cubicBezTo>
                  <a:lnTo>
                    <a:pt x="334" y="8550"/>
                  </a:lnTo>
                  <a:cubicBezTo>
                    <a:pt x="0" y="10708"/>
                    <a:pt x="365" y="13839"/>
                    <a:pt x="517" y="15967"/>
                  </a:cubicBezTo>
                  <a:cubicBezTo>
                    <a:pt x="1246" y="26332"/>
                    <a:pt x="3556" y="36575"/>
                    <a:pt x="7325" y="46271"/>
                  </a:cubicBezTo>
                  <a:cubicBezTo>
                    <a:pt x="10487" y="54417"/>
                    <a:pt x="15350" y="62776"/>
                    <a:pt x="23466" y="65907"/>
                  </a:cubicBezTo>
                  <a:cubicBezTo>
                    <a:pt x="25720" y="66785"/>
                    <a:pt x="28088" y="67187"/>
                    <a:pt x="30471" y="67187"/>
                  </a:cubicBezTo>
                  <a:cubicBezTo>
                    <a:pt x="36667" y="67187"/>
                    <a:pt x="42972" y="64471"/>
                    <a:pt x="47691" y="60344"/>
                  </a:cubicBezTo>
                  <a:cubicBezTo>
                    <a:pt x="54226" y="54569"/>
                    <a:pt x="58208" y="46514"/>
                    <a:pt x="61278" y="38338"/>
                  </a:cubicBezTo>
                  <a:cubicBezTo>
                    <a:pt x="63695" y="39417"/>
                    <a:pt x="66329" y="40461"/>
                    <a:pt x="68915" y="40461"/>
                  </a:cubicBezTo>
                  <a:cubicBezTo>
                    <a:pt x="69679" y="40461"/>
                    <a:pt x="70438" y="40370"/>
                    <a:pt x="71187" y="40162"/>
                  </a:cubicBezTo>
                  <a:cubicBezTo>
                    <a:pt x="74500" y="39219"/>
                    <a:pt x="77418" y="36849"/>
                    <a:pt x="78786" y="33687"/>
                  </a:cubicBezTo>
                  <a:cubicBezTo>
                    <a:pt x="80154" y="30557"/>
                    <a:pt x="79819" y="26636"/>
                    <a:pt x="77722" y="23930"/>
                  </a:cubicBezTo>
                  <a:cubicBezTo>
                    <a:pt x="76164" y="21868"/>
                    <a:pt x="73569" y="20635"/>
                    <a:pt x="70992" y="20635"/>
                  </a:cubicBezTo>
                  <a:cubicBezTo>
                    <a:pt x="70151" y="20635"/>
                    <a:pt x="69312" y="20766"/>
                    <a:pt x="68512" y="21043"/>
                  </a:cubicBezTo>
                  <a:cubicBezTo>
                    <a:pt x="66293" y="21803"/>
                    <a:pt x="64500" y="23596"/>
                    <a:pt x="63375" y="25633"/>
                  </a:cubicBezTo>
                  <a:cubicBezTo>
                    <a:pt x="62190" y="27699"/>
                    <a:pt x="61582" y="29979"/>
                    <a:pt x="61126" y="32289"/>
                  </a:cubicBezTo>
                  <a:cubicBezTo>
                    <a:pt x="58725" y="32228"/>
                    <a:pt x="57722" y="28946"/>
                    <a:pt x="57509" y="26544"/>
                  </a:cubicBezTo>
                  <a:cubicBezTo>
                    <a:pt x="57326" y="24174"/>
                    <a:pt x="57509" y="21468"/>
                    <a:pt x="55928" y="19675"/>
                  </a:cubicBezTo>
                  <a:cubicBezTo>
                    <a:pt x="54317" y="17882"/>
                    <a:pt x="51338" y="17578"/>
                    <a:pt x="50275" y="15450"/>
                  </a:cubicBezTo>
                  <a:cubicBezTo>
                    <a:pt x="49211" y="13383"/>
                    <a:pt x="50487" y="10982"/>
                    <a:pt x="50518" y="8824"/>
                  </a:cubicBezTo>
                  <a:cubicBezTo>
                    <a:pt x="50518" y="6635"/>
                    <a:pt x="48785" y="4812"/>
                    <a:pt x="46658" y="4568"/>
                  </a:cubicBezTo>
                  <a:cubicBezTo>
                    <a:pt x="46361" y="4536"/>
                    <a:pt x="46060" y="4524"/>
                    <a:pt x="45757" y="4524"/>
                  </a:cubicBezTo>
                  <a:cubicBezTo>
                    <a:pt x="45052" y="4524"/>
                    <a:pt x="44334" y="4586"/>
                    <a:pt x="43626" y="4586"/>
                  </a:cubicBezTo>
                  <a:cubicBezTo>
                    <a:pt x="43234" y="4586"/>
                    <a:pt x="42845" y="4567"/>
                    <a:pt x="42463" y="4508"/>
                  </a:cubicBezTo>
                  <a:cubicBezTo>
                    <a:pt x="40852" y="4325"/>
                    <a:pt x="39332" y="3413"/>
                    <a:pt x="38299" y="2167"/>
                  </a:cubicBezTo>
                  <a:cubicBezTo>
                    <a:pt x="37337" y="989"/>
                    <a:pt x="36185" y="1"/>
                    <a:pt x="347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47"/>
            <p:cNvSpPr/>
            <p:nvPr/>
          </p:nvSpPr>
          <p:spPr>
            <a:xfrm>
              <a:off x="4469950" y="3349125"/>
              <a:ext cx="134525" cy="134525"/>
            </a:xfrm>
            <a:custGeom>
              <a:rect b="b" l="l" r="r" t="t"/>
              <a:pathLst>
                <a:path extrusionOk="0" h="5381" w="5381">
                  <a:moveTo>
                    <a:pt x="2706" y="0"/>
                  </a:moveTo>
                  <a:cubicBezTo>
                    <a:pt x="1186" y="0"/>
                    <a:pt x="1" y="1186"/>
                    <a:pt x="1" y="2675"/>
                  </a:cubicBezTo>
                  <a:cubicBezTo>
                    <a:pt x="1" y="4165"/>
                    <a:pt x="1186" y="5380"/>
                    <a:pt x="2706" y="5380"/>
                  </a:cubicBezTo>
                  <a:cubicBezTo>
                    <a:pt x="4195" y="5380"/>
                    <a:pt x="5381" y="4165"/>
                    <a:pt x="5381" y="2675"/>
                  </a:cubicBezTo>
                  <a:cubicBezTo>
                    <a:pt x="5381" y="1186"/>
                    <a:pt x="4195" y="0"/>
                    <a:pt x="27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47"/>
            <p:cNvSpPr/>
            <p:nvPr/>
          </p:nvSpPr>
          <p:spPr>
            <a:xfrm>
              <a:off x="4435793" y="3315781"/>
              <a:ext cx="163292" cy="163224"/>
            </a:xfrm>
            <a:custGeom>
              <a:rect b="b" l="l" r="r" t="t"/>
              <a:pathLst>
                <a:path extrusionOk="0" h="2219" w="2220">
                  <a:moveTo>
                    <a:pt x="1095" y="0"/>
                  </a:moveTo>
                  <a:cubicBezTo>
                    <a:pt x="487" y="0"/>
                    <a:pt x="1" y="486"/>
                    <a:pt x="1" y="1094"/>
                  </a:cubicBezTo>
                  <a:cubicBezTo>
                    <a:pt x="1" y="1702"/>
                    <a:pt x="487" y="2219"/>
                    <a:pt x="1095" y="2219"/>
                  </a:cubicBezTo>
                  <a:cubicBezTo>
                    <a:pt x="1703" y="2219"/>
                    <a:pt x="2220" y="1702"/>
                    <a:pt x="2220" y="1094"/>
                  </a:cubicBezTo>
                  <a:cubicBezTo>
                    <a:pt x="2220" y="486"/>
                    <a:pt x="1703" y="0"/>
                    <a:pt x="1095" y="0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5" name="Google Shape;1215;p47"/>
          <p:cNvSpPr/>
          <p:nvPr/>
        </p:nvSpPr>
        <p:spPr>
          <a:xfrm flipH="1">
            <a:off x="8484503" y="3207138"/>
            <a:ext cx="1259478" cy="810039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6" name="Google Shape;1216;p47"/>
          <p:cNvGrpSpPr/>
          <p:nvPr/>
        </p:nvGrpSpPr>
        <p:grpSpPr>
          <a:xfrm flipH="1" rot="-2339736">
            <a:off x="8078160" y="2432358"/>
            <a:ext cx="1655274" cy="878283"/>
            <a:chOff x="238125" y="2760550"/>
            <a:chExt cx="528650" cy="280500"/>
          </a:xfrm>
        </p:grpSpPr>
        <p:sp>
          <p:nvSpPr>
            <p:cNvPr id="1217" name="Google Shape;1217;p47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47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9" name="Google Shape;1219;p47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220" name="Google Shape;1220;p47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47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47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47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24" name="Google Shape;1224;p47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47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47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7" name="Google Shape;1227;p47"/>
          <p:cNvGrpSpPr/>
          <p:nvPr/>
        </p:nvGrpSpPr>
        <p:grpSpPr>
          <a:xfrm flipH="1" rot="10605665">
            <a:off x="-479365" y="2852680"/>
            <a:ext cx="1322098" cy="750075"/>
            <a:chOff x="238125" y="2760550"/>
            <a:chExt cx="528650" cy="280500"/>
          </a:xfrm>
        </p:grpSpPr>
        <p:sp>
          <p:nvSpPr>
            <p:cNvPr id="1228" name="Google Shape;1228;p47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47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0" name="Google Shape;1230;p47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231" name="Google Shape;1231;p47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47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47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47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35" name="Google Shape;1235;p47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47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47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8" name="Google Shape;1238;p47"/>
          <p:cNvSpPr txBox="1"/>
          <p:nvPr>
            <p:ph type="title"/>
          </p:nvPr>
        </p:nvSpPr>
        <p:spPr>
          <a:xfrm>
            <a:off x="1627800" y="282750"/>
            <a:ext cx="5888400" cy="22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39" name="Google Shape;1239;p47"/>
          <p:cNvSpPr/>
          <p:nvPr/>
        </p:nvSpPr>
        <p:spPr>
          <a:xfrm flipH="1" rot="10800000">
            <a:off x="-688497" y="-281904"/>
            <a:ext cx="1670389" cy="1074292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47"/>
          <p:cNvSpPr/>
          <p:nvPr/>
        </p:nvSpPr>
        <p:spPr>
          <a:xfrm>
            <a:off x="1110831" y="530519"/>
            <a:ext cx="516982" cy="353988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47"/>
          <p:cNvSpPr/>
          <p:nvPr/>
        </p:nvSpPr>
        <p:spPr>
          <a:xfrm>
            <a:off x="374463" y="646214"/>
            <a:ext cx="465136" cy="329521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47"/>
          <p:cNvSpPr/>
          <p:nvPr/>
        </p:nvSpPr>
        <p:spPr>
          <a:xfrm>
            <a:off x="723086" y="181113"/>
            <a:ext cx="536935" cy="363016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47"/>
          <p:cNvSpPr/>
          <p:nvPr/>
        </p:nvSpPr>
        <p:spPr>
          <a:xfrm flipH="1">
            <a:off x="8361398" y="845594"/>
            <a:ext cx="516982" cy="353988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47"/>
          <p:cNvSpPr/>
          <p:nvPr/>
        </p:nvSpPr>
        <p:spPr>
          <a:xfrm flipH="1">
            <a:off x="9149612" y="961289"/>
            <a:ext cx="465136" cy="329521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47"/>
          <p:cNvSpPr/>
          <p:nvPr/>
        </p:nvSpPr>
        <p:spPr>
          <a:xfrm flipH="1">
            <a:off x="8729190" y="496188"/>
            <a:ext cx="536935" cy="363016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47"/>
          <p:cNvSpPr/>
          <p:nvPr/>
        </p:nvSpPr>
        <p:spPr>
          <a:xfrm flipH="1">
            <a:off x="8506598" y="1313901"/>
            <a:ext cx="521790" cy="434814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3"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48"/>
          <p:cNvSpPr txBox="1"/>
          <p:nvPr>
            <p:ph idx="1" type="subTitle"/>
          </p:nvPr>
        </p:nvSpPr>
        <p:spPr>
          <a:xfrm>
            <a:off x="2026950" y="2140125"/>
            <a:ext cx="50901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/>
            </a:lvl9pPr>
          </a:lstStyle>
          <a:p/>
        </p:txBody>
      </p:sp>
      <p:sp>
        <p:nvSpPr>
          <p:cNvPr id="1249" name="Google Shape;1249;p48"/>
          <p:cNvSpPr txBox="1"/>
          <p:nvPr>
            <p:ph type="title"/>
          </p:nvPr>
        </p:nvSpPr>
        <p:spPr>
          <a:xfrm>
            <a:off x="2026950" y="3171550"/>
            <a:ext cx="509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50" name="Google Shape;1250;p48"/>
          <p:cNvSpPr/>
          <p:nvPr/>
        </p:nvSpPr>
        <p:spPr>
          <a:xfrm>
            <a:off x="67153" y="-686236"/>
            <a:ext cx="1670389" cy="1074292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48"/>
          <p:cNvSpPr/>
          <p:nvPr/>
        </p:nvSpPr>
        <p:spPr>
          <a:xfrm>
            <a:off x="-276850" y="3824125"/>
            <a:ext cx="996844" cy="1070214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48"/>
          <p:cNvSpPr/>
          <p:nvPr/>
        </p:nvSpPr>
        <p:spPr>
          <a:xfrm>
            <a:off x="743895" y="4349056"/>
            <a:ext cx="475098" cy="325336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48"/>
          <p:cNvSpPr/>
          <p:nvPr/>
        </p:nvSpPr>
        <p:spPr>
          <a:xfrm>
            <a:off x="67150" y="4455386"/>
            <a:ext cx="427453" cy="302850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48"/>
          <p:cNvSpPr/>
          <p:nvPr/>
        </p:nvSpPr>
        <p:spPr>
          <a:xfrm>
            <a:off x="387546" y="4027934"/>
            <a:ext cx="493435" cy="333634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48"/>
          <p:cNvSpPr/>
          <p:nvPr/>
        </p:nvSpPr>
        <p:spPr>
          <a:xfrm>
            <a:off x="606033" y="4779454"/>
            <a:ext cx="479517" cy="39962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48"/>
          <p:cNvSpPr/>
          <p:nvPr/>
        </p:nvSpPr>
        <p:spPr>
          <a:xfrm>
            <a:off x="8328750" y="678125"/>
            <a:ext cx="996844" cy="1070214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7" name="Google Shape;1257;p48"/>
          <p:cNvGrpSpPr/>
          <p:nvPr/>
        </p:nvGrpSpPr>
        <p:grpSpPr>
          <a:xfrm>
            <a:off x="7747884" y="280248"/>
            <a:ext cx="1185762" cy="629162"/>
            <a:chOff x="238125" y="2760550"/>
            <a:chExt cx="528650" cy="280500"/>
          </a:xfrm>
        </p:grpSpPr>
        <p:sp>
          <p:nvSpPr>
            <p:cNvPr id="1258" name="Google Shape;1258;p48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48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0" name="Google Shape;1260;p48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261" name="Google Shape;1261;p48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48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48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48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65" name="Google Shape;1265;p48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48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8" name="Google Shape;1268;p48"/>
          <p:cNvSpPr/>
          <p:nvPr/>
        </p:nvSpPr>
        <p:spPr>
          <a:xfrm rot="7659018">
            <a:off x="283093" y="59582"/>
            <a:ext cx="516966" cy="353977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8"/>
          <p:cNvSpPr/>
          <p:nvPr/>
        </p:nvSpPr>
        <p:spPr>
          <a:xfrm rot="7659018">
            <a:off x="1393892" y="150814"/>
            <a:ext cx="536919" cy="36300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8"/>
          <p:cNvSpPr/>
          <p:nvPr/>
        </p:nvSpPr>
        <p:spPr>
          <a:xfrm rot="7659018">
            <a:off x="829818" y="-366489"/>
            <a:ext cx="521775" cy="43480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1" name="Google Shape;1271;p48"/>
          <p:cNvGrpSpPr/>
          <p:nvPr/>
        </p:nvGrpSpPr>
        <p:grpSpPr>
          <a:xfrm>
            <a:off x="7703372" y="4370859"/>
            <a:ext cx="967449" cy="1216804"/>
            <a:chOff x="632000" y="3011150"/>
            <a:chExt cx="212225" cy="266925"/>
          </a:xfrm>
        </p:grpSpPr>
        <p:sp>
          <p:nvSpPr>
            <p:cNvPr id="1272" name="Google Shape;1272;p48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48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4"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49"/>
          <p:cNvSpPr/>
          <p:nvPr/>
        </p:nvSpPr>
        <p:spPr>
          <a:xfrm rot="-8571438">
            <a:off x="3245494" y="-37997"/>
            <a:ext cx="1600755" cy="1066760"/>
          </a:xfrm>
          <a:custGeom>
            <a:rect b="b" l="l" r="r" t="t"/>
            <a:pathLst>
              <a:path extrusionOk="0" h="9547" w="14326">
                <a:moveTo>
                  <a:pt x="8445" y="1"/>
                </a:moveTo>
                <a:cubicBezTo>
                  <a:pt x="5463" y="1"/>
                  <a:pt x="1" y="1673"/>
                  <a:pt x="2862" y="6488"/>
                </a:cubicBezTo>
                <a:cubicBezTo>
                  <a:pt x="2862" y="6488"/>
                  <a:pt x="6946" y="9547"/>
                  <a:pt x="9876" y="9547"/>
                </a:cubicBezTo>
                <a:cubicBezTo>
                  <a:pt x="10701" y="9547"/>
                  <a:pt x="11435" y="9304"/>
                  <a:pt x="11960" y="8683"/>
                </a:cubicBezTo>
                <a:cubicBezTo>
                  <a:pt x="14326" y="5854"/>
                  <a:pt x="11301" y="1268"/>
                  <a:pt x="10082" y="317"/>
                </a:cubicBezTo>
                <a:cubicBezTo>
                  <a:pt x="9834" y="115"/>
                  <a:pt x="9224" y="1"/>
                  <a:pt x="84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7" name="Google Shape;1287;p49"/>
          <p:cNvGrpSpPr/>
          <p:nvPr/>
        </p:nvGrpSpPr>
        <p:grpSpPr>
          <a:xfrm>
            <a:off x="4141168" y="-352444"/>
            <a:ext cx="1832882" cy="972493"/>
            <a:chOff x="238125" y="2760550"/>
            <a:chExt cx="528650" cy="280500"/>
          </a:xfrm>
        </p:grpSpPr>
        <p:sp>
          <p:nvSpPr>
            <p:cNvPr id="1288" name="Google Shape;1288;p49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49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90" name="Google Shape;1290;p49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291" name="Google Shape;1291;p49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49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49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49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95" name="Google Shape;1295;p49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49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49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49"/>
          <p:cNvGrpSpPr/>
          <p:nvPr/>
        </p:nvGrpSpPr>
        <p:grpSpPr>
          <a:xfrm rot="4108899">
            <a:off x="2914864" y="508173"/>
            <a:ext cx="875864" cy="1101614"/>
            <a:chOff x="632000" y="3011150"/>
            <a:chExt cx="212225" cy="266925"/>
          </a:xfrm>
        </p:grpSpPr>
        <p:sp>
          <p:nvSpPr>
            <p:cNvPr id="1299" name="Google Shape;1299;p49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49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49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49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49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49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49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49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49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49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49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49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49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2" name="Google Shape;1312;p49"/>
          <p:cNvGrpSpPr/>
          <p:nvPr/>
        </p:nvGrpSpPr>
        <p:grpSpPr>
          <a:xfrm>
            <a:off x="2439759" y="4176434"/>
            <a:ext cx="967449" cy="1216804"/>
            <a:chOff x="632000" y="3011150"/>
            <a:chExt cx="212225" cy="266925"/>
          </a:xfrm>
        </p:grpSpPr>
        <p:sp>
          <p:nvSpPr>
            <p:cNvPr id="1313" name="Google Shape;1313;p49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9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49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49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9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9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9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9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9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9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49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49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49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6" name="Google Shape;1326;p49"/>
          <p:cNvSpPr txBox="1"/>
          <p:nvPr>
            <p:ph idx="1" type="subTitle"/>
          </p:nvPr>
        </p:nvSpPr>
        <p:spPr>
          <a:xfrm>
            <a:off x="950200" y="1833750"/>
            <a:ext cx="50901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/>
            </a:lvl9pPr>
          </a:lstStyle>
          <a:p/>
        </p:txBody>
      </p:sp>
      <p:sp>
        <p:nvSpPr>
          <p:cNvPr id="1327" name="Google Shape;1327;p49"/>
          <p:cNvSpPr txBox="1"/>
          <p:nvPr>
            <p:ph type="title"/>
          </p:nvPr>
        </p:nvSpPr>
        <p:spPr>
          <a:xfrm>
            <a:off x="950200" y="2857775"/>
            <a:ext cx="509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50"/>
          <p:cNvSpPr txBox="1"/>
          <p:nvPr>
            <p:ph type="ctrTitle"/>
          </p:nvPr>
        </p:nvSpPr>
        <p:spPr>
          <a:xfrm>
            <a:off x="865625" y="2940500"/>
            <a:ext cx="3037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3600">
                <a:solidFill>
                  <a:schemeClr val="accent3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330" name="Google Shape;1330;p50"/>
          <p:cNvSpPr txBox="1"/>
          <p:nvPr>
            <p:ph idx="1" type="subTitle"/>
          </p:nvPr>
        </p:nvSpPr>
        <p:spPr>
          <a:xfrm>
            <a:off x="865625" y="3401950"/>
            <a:ext cx="3037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31" name="Google Shape;1331;p50"/>
          <p:cNvSpPr txBox="1"/>
          <p:nvPr>
            <p:ph hasCustomPrompt="1" idx="2" type="title"/>
          </p:nvPr>
        </p:nvSpPr>
        <p:spPr>
          <a:xfrm>
            <a:off x="865625" y="1545373"/>
            <a:ext cx="1753800" cy="921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32" name="Google Shape;1332;p50"/>
          <p:cNvSpPr/>
          <p:nvPr/>
        </p:nvSpPr>
        <p:spPr>
          <a:xfrm rot="-8571438">
            <a:off x="7835894" y="4520728"/>
            <a:ext cx="1600755" cy="1066760"/>
          </a:xfrm>
          <a:custGeom>
            <a:rect b="b" l="l" r="r" t="t"/>
            <a:pathLst>
              <a:path extrusionOk="0" h="9547" w="14326">
                <a:moveTo>
                  <a:pt x="8445" y="1"/>
                </a:moveTo>
                <a:cubicBezTo>
                  <a:pt x="5463" y="1"/>
                  <a:pt x="1" y="1673"/>
                  <a:pt x="2862" y="6488"/>
                </a:cubicBezTo>
                <a:cubicBezTo>
                  <a:pt x="2862" y="6488"/>
                  <a:pt x="6946" y="9547"/>
                  <a:pt x="9876" y="9547"/>
                </a:cubicBezTo>
                <a:cubicBezTo>
                  <a:pt x="10701" y="9547"/>
                  <a:pt x="11435" y="9304"/>
                  <a:pt x="11960" y="8683"/>
                </a:cubicBezTo>
                <a:cubicBezTo>
                  <a:pt x="14326" y="5854"/>
                  <a:pt x="11301" y="1268"/>
                  <a:pt x="10082" y="317"/>
                </a:cubicBezTo>
                <a:cubicBezTo>
                  <a:pt x="9834" y="115"/>
                  <a:pt x="9224" y="1"/>
                  <a:pt x="844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50"/>
          <p:cNvSpPr/>
          <p:nvPr/>
        </p:nvSpPr>
        <p:spPr>
          <a:xfrm rot="-8571438">
            <a:off x="2830369" y="-133247"/>
            <a:ext cx="1600755" cy="1066760"/>
          </a:xfrm>
          <a:custGeom>
            <a:rect b="b" l="l" r="r" t="t"/>
            <a:pathLst>
              <a:path extrusionOk="0" h="9547" w="14326">
                <a:moveTo>
                  <a:pt x="8445" y="1"/>
                </a:moveTo>
                <a:cubicBezTo>
                  <a:pt x="5463" y="1"/>
                  <a:pt x="1" y="1673"/>
                  <a:pt x="2862" y="6488"/>
                </a:cubicBezTo>
                <a:cubicBezTo>
                  <a:pt x="2862" y="6488"/>
                  <a:pt x="6946" y="9547"/>
                  <a:pt x="9876" y="9547"/>
                </a:cubicBezTo>
                <a:cubicBezTo>
                  <a:pt x="10701" y="9547"/>
                  <a:pt x="11435" y="9304"/>
                  <a:pt x="11960" y="8683"/>
                </a:cubicBezTo>
                <a:cubicBezTo>
                  <a:pt x="14326" y="5854"/>
                  <a:pt x="11301" y="1268"/>
                  <a:pt x="10082" y="317"/>
                </a:cubicBezTo>
                <a:cubicBezTo>
                  <a:pt x="9834" y="115"/>
                  <a:pt x="9224" y="1"/>
                  <a:pt x="84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4" name="Google Shape;1334;p50"/>
          <p:cNvGrpSpPr/>
          <p:nvPr/>
        </p:nvGrpSpPr>
        <p:grpSpPr>
          <a:xfrm>
            <a:off x="3421243" y="-508294"/>
            <a:ext cx="1832882" cy="972493"/>
            <a:chOff x="238125" y="2760550"/>
            <a:chExt cx="528650" cy="280500"/>
          </a:xfrm>
        </p:grpSpPr>
        <p:sp>
          <p:nvSpPr>
            <p:cNvPr id="1335" name="Google Shape;1335;p50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50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7" name="Google Shape;1337;p50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338" name="Google Shape;1338;p50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50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50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50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42" name="Google Shape;1342;p50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50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50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5" name="Google Shape;1345;p50"/>
          <p:cNvSpPr/>
          <p:nvPr/>
        </p:nvSpPr>
        <p:spPr>
          <a:xfrm flipH="1">
            <a:off x="-364400" y="4611893"/>
            <a:ext cx="679971" cy="465589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50"/>
          <p:cNvSpPr/>
          <p:nvPr/>
        </p:nvSpPr>
        <p:spPr>
          <a:xfrm flipH="1">
            <a:off x="636593" y="4414040"/>
            <a:ext cx="611780" cy="433409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50"/>
          <p:cNvSpPr/>
          <p:nvPr/>
        </p:nvSpPr>
        <p:spPr>
          <a:xfrm flipH="1">
            <a:off x="512078" y="5170699"/>
            <a:ext cx="686295" cy="571898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8" name="Google Shape;1348;p50"/>
          <p:cNvGrpSpPr/>
          <p:nvPr/>
        </p:nvGrpSpPr>
        <p:grpSpPr>
          <a:xfrm rot="4108899">
            <a:off x="8571764" y="3775598"/>
            <a:ext cx="875864" cy="1101614"/>
            <a:chOff x="632000" y="3011150"/>
            <a:chExt cx="212225" cy="266925"/>
          </a:xfrm>
        </p:grpSpPr>
        <p:sp>
          <p:nvSpPr>
            <p:cNvPr id="1349" name="Google Shape;1349;p50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50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50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50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50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50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50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50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50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50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50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50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50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2" name="Google Shape;1362;p50"/>
          <p:cNvGrpSpPr/>
          <p:nvPr/>
        </p:nvGrpSpPr>
        <p:grpSpPr>
          <a:xfrm rot="4108899">
            <a:off x="3213164" y="701248"/>
            <a:ext cx="875864" cy="1101614"/>
            <a:chOff x="632000" y="3011150"/>
            <a:chExt cx="212225" cy="266925"/>
          </a:xfrm>
        </p:grpSpPr>
        <p:sp>
          <p:nvSpPr>
            <p:cNvPr id="1363" name="Google Shape;1363;p50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50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50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50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50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50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50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50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50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50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50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50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50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 ">
  <p:cSld name="CUSTOM_21"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51"/>
          <p:cNvSpPr txBox="1"/>
          <p:nvPr>
            <p:ph type="title"/>
          </p:nvPr>
        </p:nvSpPr>
        <p:spPr>
          <a:xfrm>
            <a:off x="4624588" y="2530900"/>
            <a:ext cx="3817200" cy="19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9pPr>
          </a:lstStyle>
          <a:p/>
        </p:txBody>
      </p:sp>
      <p:grpSp>
        <p:nvGrpSpPr>
          <p:cNvPr id="1378" name="Google Shape;1378;p51"/>
          <p:cNvGrpSpPr/>
          <p:nvPr/>
        </p:nvGrpSpPr>
        <p:grpSpPr>
          <a:xfrm flipH="1" rot="10605665">
            <a:off x="8168035" y="3914630"/>
            <a:ext cx="1322098" cy="750075"/>
            <a:chOff x="238125" y="2760550"/>
            <a:chExt cx="528650" cy="280500"/>
          </a:xfrm>
        </p:grpSpPr>
        <p:sp>
          <p:nvSpPr>
            <p:cNvPr id="1379" name="Google Shape;1379;p51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51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81" name="Google Shape;1381;p51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382" name="Google Shape;1382;p51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51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51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51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86" name="Google Shape;1386;p51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51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51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9" name="Google Shape;1389;p51"/>
          <p:cNvSpPr/>
          <p:nvPr/>
        </p:nvSpPr>
        <p:spPr>
          <a:xfrm flipH="1" rot="10800000">
            <a:off x="4724303" y="299671"/>
            <a:ext cx="1670389" cy="1074292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0" name="Google Shape;1390;p51"/>
          <p:cNvGrpSpPr/>
          <p:nvPr/>
        </p:nvGrpSpPr>
        <p:grpSpPr>
          <a:xfrm flipH="1" rot="10800000">
            <a:off x="5367572" y="-423573"/>
            <a:ext cx="967449" cy="1216804"/>
            <a:chOff x="632000" y="3011150"/>
            <a:chExt cx="212225" cy="266925"/>
          </a:xfrm>
        </p:grpSpPr>
        <p:sp>
          <p:nvSpPr>
            <p:cNvPr id="1391" name="Google Shape;1391;p51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51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51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51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51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51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51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51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51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51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51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51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51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4" name="Google Shape;1404;p51"/>
          <p:cNvSpPr/>
          <p:nvPr/>
        </p:nvSpPr>
        <p:spPr>
          <a:xfrm rot="-8386458">
            <a:off x="-148562" y="3579708"/>
            <a:ext cx="373955" cy="256055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1"/>
          <p:cNvSpPr/>
          <p:nvPr/>
        </p:nvSpPr>
        <p:spPr>
          <a:xfrm rot="-8386458">
            <a:off x="339583" y="3887544"/>
            <a:ext cx="336453" cy="238357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1"/>
          <p:cNvSpPr/>
          <p:nvPr/>
        </p:nvSpPr>
        <p:spPr>
          <a:xfrm rot="-8386458">
            <a:off x="-108245" y="3943439"/>
            <a:ext cx="388388" cy="262585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1"/>
          <p:cNvSpPr/>
          <p:nvPr/>
        </p:nvSpPr>
        <p:spPr>
          <a:xfrm rot="-8386458">
            <a:off x="168898" y="3338442"/>
            <a:ext cx="377433" cy="314520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2"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52"/>
          <p:cNvSpPr txBox="1"/>
          <p:nvPr>
            <p:ph hasCustomPrompt="1" type="title"/>
          </p:nvPr>
        </p:nvSpPr>
        <p:spPr>
          <a:xfrm>
            <a:off x="3526275" y="902550"/>
            <a:ext cx="4749900" cy="109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5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10" name="Google Shape;1410;p52"/>
          <p:cNvSpPr txBox="1"/>
          <p:nvPr>
            <p:ph idx="2" type="title"/>
          </p:nvPr>
        </p:nvSpPr>
        <p:spPr>
          <a:xfrm>
            <a:off x="713225" y="2926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1"/>
                </a:solidFill>
                <a:latin typeface="Lemonada Medium"/>
                <a:ea typeface="Lemonada Medium"/>
                <a:cs typeface="Lemonada Medium"/>
                <a:sym typeface="Lemonad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1" name="Google Shape;1411;p52"/>
          <p:cNvSpPr txBox="1"/>
          <p:nvPr>
            <p:ph idx="1" type="subTitle"/>
          </p:nvPr>
        </p:nvSpPr>
        <p:spPr>
          <a:xfrm>
            <a:off x="3526275" y="1854025"/>
            <a:ext cx="47499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412" name="Google Shape;1412;p52"/>
          <p:cNvSpPr txBox="1"/>
          <p:nvPr>
            <p:ph hasCustomPrompt="1" idx="3" type="title"/>
          </p:nvPr>
        </p:nvSpPr>
        <p:spPr>
          <a:xfrm>
            <a:off x="3526275" y="1952425"/>
            <a:ext cx="4749900" cy="11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5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13" name="Google Shape;1413;p52"/>
          <p:cNvSpPr txBox="1"/>
          <p:nvPr>
            <p:ph idx="4" type="subTitle"/>
          </p:nvPr>
        </p:nvSpPr>
        <p:spPr>
          <a:xfrm>
            <a:off x="3526275" y="3020725"/>
            <a:ext cx="47499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414" name="Google Shape;1414;p52"/>
          <p:cNvSpPr/>
          <p:nvPr/>
        </p:nvSpPr>
        <p:spPr>
          <a:xfrm rot="-930227">
            <a:off x="317260" y="4052433"/>
            <a:ext cx="1256976" cy="1349522"/>
          </a:xfrm>
          <a:custGeom>
            <a:rect b="b" l="l" r="r" t="t"/>
            <a:pathLst>
              <a:path extrusionOk="0" h="12418" w="11567">
                <a:moveTo>
                  <a:pt x="4932" y="0"/>
                </a:moveTo>
                <a:cubicBezTo>
                  <a:pt x="3549" y="0"/>
                  <a:pt x="2130" y="837"/>
                  <a:pt x="903" y="2983"/>
                </a:cubicBezTo>
                <a:cubicBezTo>
                  <a:pt x="903" y="2983"/>
                  <a:pt x="0" y="10983"/>
                  <a:pt x="3878" y="12154"/>
                </a:cubicBezTo>
                <a:cubicBezTo>
                  <a:pt x="4466" y="12336"/>
                  <a:pt x="5036" y="12417"/>
                  <a:pt x="5581" y="12417"/>
                </a:cubicBezTo>
                <a:cubicBezTo>
                  <a:pt x="8611" y="12417"/>
                  <a:pt x="10870" y="9905"/>
                  <a:pt x="11098" y="8252"/>
                </a:cubicBezTo>
                <a:cubicBezTo>
                  <a:pt x="11567" y="5141"/>
                  <a:pt x="8359" y="0"/>
                  <a:pt x="493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52"/>
          <p:cNvSpPr/>
          <p:nvPr/>
        </p:nvSpPr>
        <p:spPr>
          <a:xfrm>
            <a:off x="9034845" y="4748906"/>
            <a:ext cx="475098" cy="325336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52"/>
          <p:cNvSpPr/>
          <p:nvPr/>
        </p:nvSpPr>
        <p:spPr>
          <a:xfrm>
            <a:off x="8358100" y="4855236"/>
            <a:ext cx="427453" cy="302850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52"/>
          <p:cNvSpPr/>
          <p:nvPr/>
        </p:nvSpPr>
        <p:spPr>
          <a:xfrm>
            <a:off x="8678496" y="4427784"/>
            <a:ext cx="493435" cy="333634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52"/>
          <p:cNvSpPr/>
          <p:nvPr/>
        </p:nvSpPr>
        <p:spPr>
          <a:xfrm>
            <a:off x="8896983" y="5179304"/>
            <a:ext cx="479517" cy="399621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9" name="Google Shape;1419;p52"/>
          <p:cNvGrpSpPr/>
          <p:nvPr/>
        </p:nvGrpSpPr>
        <p:grpSpPr>
          <a:xfrm rot="-1492475">
            <a:off x="3069517" y="-259373"/>
            <a:ext cx="1410501" cy="748382"/>
            <a:chOff x="238125" y="2760550"/>
            <a:chExt cx="528650" cy="280500"/>
          </a:xfrm>
        </p:grpSpPr>
        <p:sp>
          <p:nvSpPr>
            <p:cNvPr id="1420" name="Google Shape;1420;p52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52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2" name="Google Shape;1422;p52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423" name="Google Shape;1423;p52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52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52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52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27" name="Google Shape;1427;p52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52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52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0" name="Google Shape;1430;p52"/>
          <p:cNvGrpSpPr/>
          <p:nvPr/>
        </p:nvGrpSpPr>
        <p:grpSpPr>
          <a:xfrm rot="-930213">
            <a:off x="-498689" y="3219342"/>
            <a:ext cx="1209286" cy="1520974"/>
            <a:chOff x="632000" y="3011150"/>
            <a:chExt cx="212225" cy="266925"/>
          </a:xfrm>
        </p:grpSpPr>
        <p:sp>
          <p:nvSpPr>
            <p:cNvPr id="1431" name="Google Shape;1431;p52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52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52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52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52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52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52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52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52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52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52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52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52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4" name="Google Shape;1444;p52"/>
          <p:cNvSpPr txBox="1"/>
          <p:nvPr>
            <p:ph hasCustomPrompt="1" idx="5" type="title"/>
          </p:nvPr>
        </p:nvSpPr>
        <p:spPr>
          <a:xfrm>
            <a:off x="3526275" y="3119725"/>
            <a:ext cx="4749900" cy="11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5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5" name="Google Shape;1445;p52"/>
          <p:cNvSpPr txBox="1"/>
          <p:nvPr>
            <p:ph idx="6" type="subTitle"/>
          </p:nvPr>
        </p:nvSpPr>
        <p:spPr>
          <a:xfrm>
            <a:off x="3526275" y="4188025"/>
            <a:ext cx="47499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6"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53"/>
          <p:cNvSpPr txBox="1"/>
          <p:nvPr>
            <p:ph type="title"/>
          </p:nvPr>
        </p:nvSpPr>
        <p:spPr>
          <a:xfrm>
            <a:off x="1327825" y="927700"/>
            <a:ext cx="3516600" cy="11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48" name="Google Shape;1448;p53"/>
          <p:cNvSpPr txBox="1"/>
          <p:nvPr>
            <p:ph idx="1" type="subTitle"/>
          </p:nvPr>
        </p:nvSpPr>
        <p:spPr>
          <a:xfrm>
            <a:off x="1605925" y="1887250"/>
            <a:ext cx="2960400" cy="13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49" name="Google Shape;1449;p53"/>
          <p:cNvSpPr txBox="1"/>
          <p:nvPr/>
        </p:nvSpPr>
        <p:spPr>
          <a:xfrm>
            <a:off x="1327825" y="3187525"/>
            <a:ext cx="3516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CREDITS: This presentation template was created by</a:t>
            </a:r>
            <a:r>
              <a:rPr b="1"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50" name="Google Shape;1450;p53"/>
          <p:cNvSpPr/>
          <p:nvPr/>
        </p:nvSpPr>
        <p:spPr>
          <a:xfrm>
            <a:off x="-503435" y="1350263"/>
            <a:ext cx="1259478" cy="810039"/>
          </a:xfrm>
          <a:custGeom>
            <a:rect b="b" l="l" r="r" t="t"/>
            <a:pathLst>
              <a:path extrusionOk="0" h="10650" w="16559">
                <a:moveTo>
                  <a:pt x="12940" y="0"/>
                </a:moveTo>
                <a:cubicBezTo>
                  <a:pt x="8651" y="0"/>
                  <a:pt x="1" y="2276"/>
                  <a:pt x="3657" y="8447"/>
                </a:cubicBezTo>
                <a:cubicBezTo>
                  <a:pt x="3657" y="8447"/>
                  <a:pt x="7028" y="10650"/>
                  <a:pt x="10057" y="10650"/>
                </a:cubicBezTo>
                <a:cubicBezTo>
                  <a:pt x="11292" y="10650"/>
                  <a:pt x="12470" y="10283"/>
                  <a:pt x="13339" y="9252"/>
                </a:cubicBezTo>
                <a:cubicBezTo>
                  <a:pt x="16339" y="5691"/>
                  <a:pt x="16559" y="1594"/>
                  <a:pt x="15047" y="374"/>
                </a:cubicBezTo>
                <a:cubicBezTo>
                  <a:pt x="14753" y="133"/>
                  <a:pt x="13973" y="0"/>
                  <a:pt x="129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1" name="Google Shape;1451;p53"/>
          <p:cNvGrpSpPr/>
          <p:nvPr/>
        </p:nvGrpSpPr>
        <p:grpSpPr>
          <a:xfrm rot="2339736">
            <a:off x="-492890" y="575483"/>
            <a:ext cx="1655274" cy="878283"/>
            <a:chOff x="238125" y="2760550"/>
            <a:chExt cx="528650" cy="280500"/>
          </a:xfrm>
        </p:grpSpPr>
        <p:sp>
          <p:nvSpPr>
            <p:cNvPr id="1452" name="Google Shape;1452;p53"/>
            <p:cNvSpPr/>
            <p:nvPr/>
          </p:nvSpPr>
          <p:spPr>
            <a:xfrm>
              <a:off x="274700" y="3020300"/>
              <a:ext cx="1850" cy="9150"/>
            </a:xfrm>
            <a:custGeom>
              <a:rect b="b" l="l" r="r" t="t"/>
              <a:pathLst>
                <a:path extrusionOk="0" h="366" w="74">
                  <a:moveTo>
                    <a:pt x="74" y="0"/>
                  </a:moveTo>
                  <a:cubicBezTo>
                    <a:pt x="25" y="122"/>
                    <a:pt x="0" y="244"/>
                    <a:pt x="0" y="366"/>
                  </a:cubicBezTo>
                  <a:cubicBezTo>
                    <a:pt x="49" y="244"/>
                    <a:pt x="74" y="122"/>
                    <a:pt x="74" y="0"/>
                  </a:cubicBez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53"/>
            <p:cNvSpPr/>
            <p:nvPr/>
          </p:nvSpPr>
          <p:spPr>
            <a:xfrm>
              <a:off x="277125" y="3020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344A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54" name="Google Shape;1454;p53"/>
            <p:cNvGrpSpPr/>
            <p:nvPr/>
          </p:nvGrpSpPr>
          <p:grpSpPr>
            <a:xfrm>
              <a:off x="238125" y="2760550"/>
              <a:ext cx="528650" cy="279275"/>
              <a:chOff x="238125" y="2760550"/>
              <a:chExt cx="528650" cy="279275"/>
            </a:xfrm>
          </p:grpSpPr>
          <p:sp>
            <p:nvSpPr>
              <p:cNvPr id="1455" name="Google Shape;1455;p53"/>
              <p:cNvSpPr/>
              <p:nvPr/>
            </p:nvSpPr>
            <p:spPr>
              <a:xfrm>
                <a:off x="238125" y="2760550"/>
                <a:ext cx="528650" cy="278050"/>
              </a:xfrm>
              <a:custGeom>
                <a:rect b="b" l="l" r="r" t="t"/>
                <a:pathLst>
                  <a:path extrusionOk="0" h="11122" w="21146">
                    <a:moveTo>
                      <a:pt x="11622" y="1778"/>
                    </a:moveTo>
                    <a:lnTo>
                      <a:pt x="11622" y="1778"/>
                    </a:lnTo>
                    <a:cubicBezTo>
                      <a:pt x="11627" y="1780"/>
                      <a:pt x="11631" y="1781"/>
                      <a:pt x="11634" y="1781"/>
                    </a:cubicBezTo>
                    <a:cubicBezTo>
                      <a:pt x="11630" y="1780"/>
                      <a:pt x="11626" y="1779"/>
                      <a:pt x="11622" y="1778"/>
                    </a:cubicBezTo>
                    <a:close/>
                    <a:moveTo>
                      <a:pt x="15975" y="3512"/>
                    </a:moveTo>
                    <a:cubicBezTo>
                      <a:pt x="15975" y="3515"/>
                      <a:pt x="15978" y="3517"/>
                      <a:pt x="15983" y="3518"/>
                    </a:cubicBezTo>
                    <a:lnTo>
                      <a:pt x="15983" y="3518"/>
                    </a:lnTo>
                    <a:cubicBezTo>
                      <a:pt x="15980" y="3516"/>
                      <a:pt x="15978" y="3514"/>
                      <a:pt x="15975" y="3512"/>
                    </a:cubicBezTo>
                    <a:close/>
                    <a:moveTo>
                      <a:pt x="1524" y="10118"/>
                    </a:moveTo>
                    <a:cubicBezTo>
                      <a:pt x="1528" y="10118"/>
                      <a:pt x="1532" y="10119"/>
                      <a:pt x="1537" y="10122"/>
                    </a:cubicBezTo>
                    <a:lnTo>
                      <a:pt x="1508" y="10266"/>
                    </a:lnTo>
                    <a:lnTo>
                      <a:pt x="1508" y="10266"/>
                    </a:lnTo>
                    <a:cubicBezTo>
                      <a:pt x="1519" y="10173"/>
                      <a:pt x="1503" y="10118"/>
                      <a:pt x="1524" y="10118"/>
                    </a:cubicBezTo>
                    <a:close/>
                    <a:moveTo>
                      <a:pt x="10756" y="0"/>
                    </a:moveTo>
                    <a:lnTo>
                      <a:pt x="10756" y="0"/>
                    </a:lnTo>
                    <a:cubicBezTo>
                      <a:pt x="10902" y="24"/>
                      <a:pt x="10853" y="49"/>
                      <a:pt x="10731" y="49"/>
                    </a:cubicBezTo>
                    <a:cubicBezTo>
                      <a:pt x="10549" y="24"/>
                      <a:pt x="10451" y="18"/>
                      <a:pt x="10399" y="18"/>
                    </a:cubicBezTo>
                    <a:cubicBezTo>
                      <a:pt x="10347" y="18"/>
                      <a:pt x="10341" y="24"/>
                      <a:pt x="10341" y="24"/>
                    </a:cubicBezTo>
                    <a:lnTo>
                      <a:pt x="9927" y="24"/>
                    </a:lnTo>
                    <a:cubicBezTo>
                      <a:pt x="9024" y="24"/>
                      <a:pt x="8146" y="171"/>
                      <a:pt x="7317" y="463"/>
                    </a:cubicBezTo>
                    <a:cubicBezTo>
                      <a:pt x="6512" y="756"/>
                      <a:pt x="5756" y="1146"/>
                      <a:pt x="5073" y="1634"/>
                    </a:cubicBezTo>
                    <a:cubicBezTo>
                      <a:pt x="4757" y="1926"/>
                      <a:pt x="4319" y="2243"/>
                      <a:pt x="4050" y="2535"/>
                    </a:cubicBezTo>
                    <a:lnTo>
                      <a:pt x="4050" y="2535"/>
                    </a:lnTo>
                    <a:cubicBezTo>
                      <a:pt x="3877" y="2706"/>
                      <a:pt x="3369" y="3198"/>
                      <a:pt x="2927" y="3756"/>
                    </a:cubicBezTo>
                    <a:cubicBezTo>
                      <a:pt x="2537" y="4195"/>
                      <a:pt x="2195" y="4658"/>
                      <a:pt x="1902" y="5171"/>
                    </a:cubicBezTo>
                    <a:lnTo>
                      <a:pt x="1951" y="5097"/>
                    </a:lnTo>
                    <a:lnTo>
                      <a:pt x="1951" y="5097"/>
                    </a:lnTo>
                    <a:cubicBezTo>
                      <a:pt x="1829" y="5317"/>
                      <a:pt x="1683" y="5536"/>
                      <a:pt x="1512" y="5707"/>
                    </a:cubicBezTo>
                    <a:cubicBezTo>
                      <a:pt x="1610" y="5707"/>
                      <a:pt x="1463" y="6049"/>
                      <a:pt x="1390" y="6171"/>
                    </a:cubicBezTo>
                    <a:cubicBezTo>
                      <a:pt x="1341" y="6268"/>
                      <a:pt x="1268" y="6439"/>
                      <a:pt x="1219" y="6634"/>
                    </a:cubicBezTo>
                    <a:cubicBezTo>
                      <a:pt x="1146" y="6805"/>
                      <a:pt x="1073" y="7024"/>
                      <a:pt x="1000" y="7171"/>
                    </a:cubicBezTo>
                    <a:lnTo>
                      <a:pt x="976" y="7146"/>
                    </a:lnTo>
                    <a:cubicBezTo>
                      <a:pt x="902" y="7439"/>
                      <a:pt x="683" y="7975"/>
                      <a:pt x="634" y="8171"/>
                    </a:cubicBezTo>
                    <a:cubicBezTo>
                      <a:pt x="390" y="8780"/>
                      <a:pt x="220" y="9390"/>
                      <a:pt x="146" y="10049"/>
                    </a:cubicBezTo>
                    <a:cubicBezTo>
                      <a:pt x="146" y="10049"/>
                      <a:pt x="98" y="10146"/>
                      <a:pt x="73" y="10244"/>
                    </a:cubicBezTo>
                    <a:lnTo>
                      <a:pt x="24" y="10390"/>
                    </a:lnTo>
                    <a:lnTo>
                      <a:pt x="0" y="10463"/>
                    </a:lnTo>
                    <a:lnTo>
                      <a:pt x="0" y="10536"/>
                    </a:lnTo>
                    <a:cubicBezTo>
                      <a:pt x="195" y="10658"/>
                      <a:pt x="390" y="10756"/>
                      <a:pt x="610" y="10805"/>
                    </a:cubicBezTo>
                    <a:cubicBezTo>
                      <a:pt x="691" y="10836"/>
                      <a:pt x="776" y="10851"/>
                      <a:pt x="859" y="10851"/>
                    </a:cubicBezTo>
                    <a:cubicBezTo>
                      <a:pt x="1102" y="10851"/>
                      <a:pt x="1336" y="10723"/>
                      <a:pt x="1463" y="10488"/>
                    </a:cubicBezTo>
                    <a:lnTo>
                      <a:pt x="1488" y="10512"/>
                    </a:lnTo>
                    <a:cubicBezTo>
                      <a:pt x="1488" y="10488"/>
                      <a:pt x="1488" y="10463"/>
                      <a:pt x="1488" y="10439"/>
                    </a:cubicBezTo>
                    <a:lnTo>
                      <a:pt x="1488" y="10366"/>
                    </a:lnTo>
                    <a:cubicBezTo>
                      <a:pt x="1491" y="10356"/>
                      <a:pt x="1493" y="10346"/>
                      <a:pt x="1495" y="10337"/>
                    </a:cubicBezTo>
                    <a:lnTo>
                      <a:pt x="1495" y="10337"/>
                    </a:lnTo>
                    <a:cubicBezTo>
                      <a:pt x="1509" y="10287"/>
                      <a:pt x="1518" y="10268"/>
                      <a:pt x="1524" y="10268"/>
                    </a:cubicBezTo>
                    <a:cubicBezTo>
                      <a:pt x="1537" y="10268"/>
                      <a:pt x="1537" y="10344"/>
                      <a:pt x="1537" y="10390"/>
                    </a:cubicBezTo>
                    <a:cubicBezTo>
                      <a:pt x="1561" y="10317"/>
                      <a:pt x="1561" y="10244"/>
                      <a:pt x="1585" y="10171"/>
                    </a:cubicBezTo>
                    <a:cubicBezTo>
                      <a:pt x="1585" y="10166"/>
                      <a:pt x="1584" y="10164"/>
                      <a:pt x="1583" y="10164"/>
                    </a:cubicBezTo>
                    <a:cubicBezTo>
                      <a:pt x="1577" y="10164"/>
                      <a:pt x="1561" y="10200"/>
                      <a:pt x="1561" y="10219"/>
                    </a:cubicBezTo>
                    <a:cubicBezTo>
                      <a:pt x="1537" y="10097"/>
                      <a:pt x="1561" y="10000"/>
                      <a:pt x="1585" y="9878"/>
                    </a:cubicBezTo>
                    <a:cubicBezTo>
                      <a:pt x="1634" y="9683"/>
                      <a:pt x="1634" y="9878"/>
                      <a:pt x="1683" y="9658"/>
                    </a:cubicBezTo>
                    <a:cubicBezTo>
                      <a:pt x="1976" y="8536"/>
                      <a:pt x="2415" y="7463"/>
                      <a:pt x="3000" y="6488"/>
                    </a:cubicBezTo>
                    <a:cubicBezTo>
                      <a:pt x="3024" y="6488"/>
                      <a:pt x="3000" y="6488"/>
                      <a:pt x="3000" y="6512"/>
                    </a:cubicBezTo>
                    <a:cubicBezTo>
                      <a:pt x="3073" y="6366"/>
                      <a:pt x="3146" y="6219"/>
                      <a:pt x="3244" y="6073"/>
                    </a:cubicBezTo>
                    <a:cubicBezTo>
                      <a:pt x="3317" y="5927"/>
                      <a:pt x="3415" y="5805"/>
                      <a:pt x="3488" y="5658"/>
                    </a:cubicBezTo>
                    <a:cubicBezTo>
                      <a:pt x="3512" y="5610"/>
                      <a:pt x="3561" y="5585"/>
                      <a:pt x="3610" y="5561"/>
                    </a:cubicBezTo>
                    <a:cubicBezTo>
                      <a:pt x="3585" y="5561"/>
                      <a:pt x="3658" y="5488"/>
                      <a:pt x="3732" y="5341"/>
                    </a:cubicBezTo>
                    <a:cubicBezTo>
                      <a:pt x="3829" y="5219"/>
                      <a:pt x="3951" y="5024"/>
                      <a:pt x="4097" y="4854"/>
                    </a:cubicBezTo>
                    <a:cubicBezTo>
                      <a:pt x="4244" y="4683"/>
                      <a:pt x="4390" y="4512"/>
                      <a:pt x="4512" y="4366"/>
                    </a:cubicBezTo>
                    <a:cubicBezTo>
                      <a:pt x="4610" y="4244"/>
                      <a:pt x="4707" y="4171"/>
                      <a:pt x="4707" y="4146"/>
                    </a:cubicBezTo>
                    <a:lnTo>
                      <a:pt x="4683" y="4098"/>
                    </a:lnTo>
                    <a:cubicBezTo>
                      <a:pt x="4927" y="3854"/>
                      <a:pt x="4805" y="4073"/>
                      <a:pt x="5000" y="3829"/>
                    </a:cubicBezTo>
                    <a:cubicBezTo>
                      <a:pt x="5049" y="3732"/>
                      <a:pt x="5122" y="3658"/>
                      <a:pt x="5219" y="3585"/>
                    </a:cubicBezTo>
                    <a:cubicBezTo>
                      <a:pt x="5317" y="3537"/>
                      <a:pt x="5390" y="3463"/>
                      <a:pt x="5463" y="3366"/>
                    </a:cubicBezTo>
                    <a:cubicBezTo>
                      <a:pt x="5463" y="3366"/>
                      <a:pt x="5553" y="3312"/>
                      <a:pt x="5578" y="3312"/>
                    </a:cubicBezTo>
                    <a:cubicBezTo>
                      <a:pt x="5583" y="3312"/>
                      <a:pt x="5585" y="3314"/>
                      <a:pt x="5585" y="3317"/>
                    </a:cubicBezTo>
                    <a:cubicBezTo>
                      <a:pt x="5585" y="3244"/>
                      <a:pt x="5707" y="3195"/>
                      <a:pt x="5780" y="3122"/>
                    </a:cubicBezTo>
                    <a:cubicBezTo>
                      <a:pt x="5780" y="3114"/>
                      <a:pt x="5775" y="3111"/>
                      <a:pt x="5767" y="3111"/>
                    </a:cubicBezTo>
                    <a:cubicBezTo>
                      <a:pt x="5751" y="3111"/>
                      <a:pt x="5723" y="3122"/>
                      <a:pt x="5707" y="3122"/>
                    </a:cubicBezTo>
                    <a:lnTo>
                      <a:pt x="5780" y="3049"/>
                    </a:lnTo>
                    <a:lnTo>
                      <a:pt x="5878" y="2976"/>
                    </a:lnTo>
                    <a:cubicBezTo>
                      <a:pt x="5905" y="2967"/>
                      <a:pt x="5925" y="2961"/>
                      <a:pt x="5937" y="2961"/>
                    </a:cubicBezTo>
                    <a:cubicBezTo>
                      <a:pt x="5959" y="2961"/>
                      <a:pt x="5958" y="2978"/>
                      <a:pt x="5927" y="3024"/>
                    </a:cubicBezTo>
                    <a:lnTo>
                      <a:pt x="6171" y="2829"/>
                    </a:lnTo>
                    <a:lnTo>
                      <a:pt x="6561" y="2585"/>
                    </a:lnTo>
                    <a:cubicBezTo>
                      <a:pt x="6902" y="2390"/>
                      <a:pt x="7268" y="2220"/>
                      <a:pt x="7634" y="2073"/>
                    </a:cubicBezTo>
                    <a:cubicBezTo>
                      <a:pt x="7975" y="1927"/>
                      <a:pt x="8341" y="1829"/>
                      <a:pt x="8732" y="1756"/>
                    </a:cubicBezTo>
                    <a:cubicBezTo>
                      <a:pt x="8878" y="1707"/>
                      <a:pt x="9024" y="1707"/>
                      <a:pt x="9171" y="1683"/>
                    </a:cubicBezTo>
                    <a:lnTo>
                      <a:pt x="9463" y="1659"/>
                    </a:lnTo>
                    <a:cubicBezTo>
                      <a:pt x="9390" y="1634"/>
                      <a:pt x="9219" y="1659"/>
                      <a:pt x="9146" y="1610"/>
                    </a:cubicBezTo>
                    <a:cubicBezTo>
                      <a:pt x="9219" y="1585"/>
                      <a:pt x="9274" y="1585"/>
                      <a:pt x="9320" y="1585"/>
                    </a:cubicBezTo>
                    <a:cubicBezTo>
                      <a:pt x="9366" y="1585"/>
                      <a:pt x="9402" y="1585"/>
                      <a:pt x="9439" y="1561"/>
                    </a:cubicBezTo>
                    <a:cubicBezTo>
                      <a:pt x="9488" y="1610"/>
                      <a:pt x="9561" y="1610"/>
                      <a:pt x="9658" y="1610"/>
                    </a:cubicBezTo>
                    <a:cubicBezTo>
                      <a:pt x="9732" y="1610"/>
                      <a:pt x="9829" y="1634"/>
                      <a:pt x="9902" y="1659"/>
                    </a:cubicBezTo>
                    <a:lnTo>
                      <a:pt x="9951" y="1610"/>
                    </a:lnTo>
                    <a:lnTo>
                      <a:pt x="10024" y="1659"/>
                    </a:lnTo>
                    <a:lnTo>
                      <a:pt x="10488" y="1659"/>
                    </a:lnTo>
                    <a:lnTo>
                      <a:pt x="10853" y="1707"/>
                    </a:lnTo>
                    <a:cubicBezTo>
                      <a:pt x="11117" y="1707"/>
                      <a:pt x="11381" y="1731"/>
                      <a:pt x="11622" y="1778"/>
                    </a:cubicBezTo>
                    <a:lnTo>
                      <a:pt x="11622" y="1778"/>
                    </a:lnTo>
                    <a:cubicBezTo>
                      <a:pt x="11593" y="1769"/>
                      <a:pt x="11549" y="1732"/>
                      <a:pt x="11634" y="1732"/>
                    </a:cubicBezTo>
                    <a:cubicBezTo>
                      <a:pt x="11634" y="1781"/>
                      <a:pt x="11902" y="1732"/>
                      <a:pt x="11951" y="1805"/>
                    </a:cubicBezTo>
                    <a:cubicBezTo>
                      <a:pt x="12016" y="1805"/>
                      <a:pt x="12168" y="1848"/>
                      <a:pt x="12233" y="1848"/>
                    </a:cubicBezTo>
                    <a:cubicBezTo>
                      <a:pt x="12265" y="1848"/>
                      <a:pt x="12276" y="1837"/>
                      <a:pt x="12244" y="1805"/>
                    </a:cubicBezTo>
                    <a:lnTo>
                      <a:pt x="12244" y="1805"/>
                    </a:lnTo>
                    <a:cubicBezTo>
                      <a:pt x="12292" y="1829"/>
                      <a:pt x="12366" y="1854"/>
                      <a:pt x="12414" y="1878"/>
                    </a:cubicBezTo>
                    <a:cubicBezTo>
                      <a:pt x="12463" y="1902"/>
                      <a:pt x="12488" y="1902"/>
                      <a:pt x="12414" y="1902"/>
                    </a:cubicBezTo>
                    <a:cubicBezTo>
                      <a:pt x="12488" y="1927"/>
                      <a:pt x="12561" y="1951"/>
                      <a:pt x="12658" y="1976"/>
                    </a:cubicBezTo>
                    <a:lnTo>
                      <a:pt x="12536" y="1927"/>
                    </a:lnTo>
                    <a:lnTo>
                      <a:pt x="12536" y="1927"/>
                    </a:lnTo>
                    <a:cubicBezTo>
                      <a:pt x="12683" y="1951"/>
                      <a:pt x="12805" y="2000"/>
                      <a:pt x="12902" y="2024"/>
                    </a:cubicBezTo>
                    <a:cubicBezTo>
                      <a:pt x="13024" y="2073"/>
                      <a:pt x="13122" y="2098"/>
                      <a:pt x="13219" y="2098"/>
                    </a:cubicBezTo>
                    <a:lnTo>
                      <a:pt x="13122" y="2049"/>
                    </a:lnTo>
                    <a:lnTo>
                      <a:pt x="13122" y="2049"/>
                    </a:lnTo>
                    <a:cubicBezTo>
                      <a:pt x="13292" y="2098"/>
                      <a:pt x="13439" y="2146"/>
                      <a:pt x="13488" y="2220"/>
                    </a:cubicBezTo>
                    <a:lnTo>
                      <a:pt x="13414" y="2195"/>
                    </a:lnTo>
                    <a:lnTo>
                      <a:pt x="13317" y="2195"/>
                    </a:lnTo>
                    <a:cubicBezTo>
                      <a:pt x="13463" y="2220"/>
                      <a:pt x="13561" y="2268"/>
                      <a:pt x="13683" y="2317"/>
                    </a:cubicBezTo>
                    <a:cubicBezTo>
                      <a:pt x="13805" y="2366"/>
                      <a:pt x="13902" y="2390"/>
                      <a:pt x="14024" y="2439"/>
                    </a:cubicBezTo>
                    <a:lnTo>
                      <a:pt x="13902" y="2415"/>
                    </a:lnTo>
                    <a:lnTo>
                      <a:pt x="13902" y="2415"/>
                    </a:lnTo>
                    <a:cubicBezTo>
                      <a:pt x="13975" y="2439"/>
                      <a:pt x="14146" y="2488"/>
                      <a:pt x="14341" y="2585"/>
                    </a:cubicBezTo>
                    <a:cubicBezTo>
                      <a:pt x="14439" y="2610"/>
                      <a:pt x="14561" y="2683"/>
                      <a:pt x="14658" y="2732"/>
                    </a:cubicBezTo>
                    <a:cubicBezTo>
                      <a:pt x="14780" y="2780"/>
                      <a:pt x="14878" y="2829"/>
                      <a:pt x="15000" y="2902"/>
                    </a:cubicBezTo>
                    <a:cubicBezTo>
                      <a:pt x="15219" y="3024"/>
                      <a:pt x="15439" y="3146"/>
                      <a:pt x="15634" y="3268"/>
                    </a:cubicBezTo>
                    <a:cubicBezTo>
                      <a:pt x="15805" y="3366"/>
                      <a:pt x="15926" y="3463"/>
                      <a:pt x="16024" y="3512"/>
                    </a:cubicBezTo>
                    <a:lnTo>
                      <a:pt x="15926" y="3390"/>
                    </a:lnTo>
                    <a:lnTo>
                      <a:pt x="16048" y="3439"/>
                    </a:lnTo>
                    <a:cubicBezTo>
                      <a:pt x="16094" y="3462"/>
                      <a:pt x="16118" y="3485"/>
                      <a:pt x="16161" y="3507"/>
                    </a:cubicBezTo>
                    <a:lnTo>
                      <a:pt x="16161" y="3507"/>
                    </a:lnTo>
                    <a:cubicBezTo>
                      <a:pt x="16155" y="3506"/>
                      <a:pt x="16147" y="3505"/>
                      <a:pt x="16138" y="3505"/>
                    </a:cubicBezTo>
                    <a:cubicBezTo>
                      <a:pt x="16097" y="3505"/>
                      <a:pt x="16029" y="3519"/>
                      <a:pt x="15995" y="3519"/>
                    </a:cubicBezTo>
                    <a:cubicBezTo>
                      <a:pt x="15990" y="3519"/>
                      <a:pt x="15986" y="3519"/>
                      <a:pt x="15983" y="3518"/>
                    </a:cubicBezTo>
                    <a:lnTo>
                      <a:pt x="15983" y="3518"/>
                    </a:lnTo>
                    <a:cubicBezTo>
                      <a:pt x="16516" y="3956"/>
                      <a:pt x="16977" y="4441"/>
                      <a:pt x="17390" y="4976"/>
                    </a:cubicBezTo>
                    <a:cubicBezTo>
                      <a:pt x="17804" y="5488"/>
                      <a:pt x="18170" y="6073"/>
                      <a:pt x="18439" y="6683"/>
                    </a:cubicBezTo>
                    <a:cubicBezTo>
                      <a:pt x="18471" y="6770"/>
                      <a:pt x="18470" y="6794"/>
                      <a:pt x="18456" y="6794"/>
                    </a:cubicBezTo>
                    <a:cubicBezTo>
                      <a:pt x="18440" y="6794"/>
                      <a:pt x="18403" y="6756"/>
                      <a:pt x="18390" y="6756"/>
                    </a:cubicBezTo>
                    <a:cubicBezTo>
                      <a:pt x="18512" y="6975"/>
                      <a:pt x="18487" y="6829"/>
                      <a:pt x="18561" y="7024"/>
                    </a:cubicBezTo>
                    <a:cubicBezTo>
                      <a:pt x="18568" y="7047"/>
                      <a:pt x="18569" y="7056"/>
                      <a:pt x="18565" y="7056"/>
                    </a:cubicBezTo>
                    <a:cubicBezTo>
                      <a:pt x="18556" y="7056"/>
                      <a:pt x="18528" y="7017"/>
                      <a:pt x="18512" y="7000"/>
                    </a:cubicBezTo>
                    <a:lnTo>
                      <a:pt x="18512" y="7000"/>
                    </a:lnTo>
                    <a:cubicBezTo>
                      <a:pt x="18561" y="7097"/>
                      <a:pt x="18585" y="7171"/>
                      <a:pt x="18609" y="7171"/>
                    </a:cubicBezTo>
                    <a:cubicBezTo>
                      <a:pt x="18561" y="7049"/>
                      <a:pt x="18634" y="7097"/>
                      <a:pt x="18658" y="7024"/>
                    </a:cubicBezTo>
                    <a:lnTo>
                      <a:pt x="18707" y="7171"/>
                    </a:lnTo>
                    <a:cubicBezTo>
                      <a:pt x="18731" y="7219"/>
                      <a:pt x="18756" y="7293"/>
                      <a:pt x="18756" y="7293"/>
                    </a:cubicBezTo>
                    <a:lnTo>
                      <a:pt x="18731" y="7293"/>
                    </a:lnTo>
                    <a:cubicBezTo>
                      <a:pt x="18829" y="7414"/>
                      <a:pt x="18902" y="7536"/>
                      <a:pt x="18951" y="7683"/>
                    </a:cubicBezTo>
                    <a:cubicBezTo>
                      <a:pt x="19122" y="8146"/>
                      <a:pt x="19243" y="8634"/>
                      <a:pt x="19365" y="9122"/>
                    </a:cubicBezTo>
                    <a:cubicBezTo>
                      <a:pt x="19341" y="9122"/>
                      <a:pt x="19317" y="9024"/>
                      <a:pt x="19268" y="8927"/>
                    </a:cubicBezTo>
                    <a:lnTo>
                      <a:pt x="19268" y="8927"/>
                    </a:lnTo>
                    <a:cubicBezTo>
                      <a:pt x="19292" y="9000"/>
                      <a:pt x="19317" y="9073"/>
                      <a:pt x="19317" y="9146"/>
                    </a:cubicBezTo>
                    <a:cubicBezTo>
                      <a:pt x="19317" y="9126"/>
                      <a:pt x="19319" y="9118"/>
                      <a:pt x="19322" y="9118"/>
                    </a:cubicBezTo>
                    <a:cubicBezTo>
                      <a:pt x="19336" y="9118"/>
                      <a:pt x="19374" y="9263"/>
                      <a:pt x="19386" y="9263"/>
                    </a:cubicBezTo>
                    <a:cubicBezTo>
                      <a:pt x="19388" y="9263"/>
                      <a:pt x="19390" y="9257"/>
                      <a:pt x="19390" y="9244"/>
                    </a:cubicBezTo>
                    <a:cubicBezTo>
                      <a:pt x="19536" y="9585"/>
                      <a:pt x="19536" y="10049"/>
                      <a:pt x="19658" y="10341"/>
                    </a:cubicBezTo>
                    <a:cubicBezTo>
                      <a:pt x="19683" y="10341"/>
                      <a:pt x="20024" y="10488"/>
                      <a:pt x="20390" y="10610"/>
                    </a:cubicBezTo>
                    <a:cubicBezTo>
                      <a:pt x="20715" y="10749"/>
                      <a:pt x="21039" y="10866"/>
                      <a:pt x="21112" y="10877"/>
                    </a:cubicBezTo>
                    <a:lnTo>
                      <a:pt x="21112" y="10877"/>
                    </a:lnTo>
                    <a:cubicBezTo>
                      <a:pt x="21109" y="10846"/>
                      <a:pt x="21104" y="10814"/>
                      <a:pt x="21097" y="10780"/>
                    </a:cubicBezTo>
                    <a:lnTo>
                      <a:pt x="21048" y="10780"/>
                    </a:lnTo>
                    <a:cubicBezTo>
                      <a:pt x="21000" y="10536"/>
                      <a:pt x="21073" y="10707"/>
                      <a:pt x="21048" y="10463"/>
                    </a:cubicBezTo>
                    <a:cubicBezTo>
                      <a:pt x="21097" y="10463"/>
                      <a:pt x="21122" y="10683"/>
                      <a:pt x="21146" y="10878"/>
                    </a:cubicBezTo>
                    <a:cubicBezTo>
                      <a:pt x="21146" y="10731"/>
                      <a:pt x="21146" y="10585"/>
                      <a:pt x="21097" y="10439"/>
                    </a:cubicBezTo>
                    <a:cubicBezTo>
                      <a:pt x="21097" y="10268"/>
                      <a:pt x="21146" y="10439"/>
                      <a:pt x="21122" y="10244"/>
                    </a:cubicBezTo>
                    <a:cubicBezTo>
                      <a:pt x="21073" y="10073"/>
                      <a:pt x="21048" y="9902"/>
                      <a:pt x="21048" y="9732"/>
                    </a:cubicBezTo>
                    <a:cubicBezTo>
                      <a:pt x="21000" y="9317"/>
                      <a:pt x="20853" y="9122"/>
                      <a:pt x="20804" y="8732"/>
                    </a:cubicBezTo>
                    <a:lnTo>
                      <a:pt x="20804" y="8732"/>
                    </a:lnTo>
                    <a:lnTo>
                      <a:pt x="20829" y="8780"/>
                    </a:lnTo>
                    <a:cubicBezTo>
                      <a:pt x="20829" y="8634"/>
                      <a:pt x="20731" y="8390"/>
                      <a:pt x="20682" y="8146"/>
                    </a:cubicBezTo>
                    <a:cubicBezTo>
                      <a:pt x="20682" y="8188"/>
                      <a:pt x="20682" y="8231"/>
                      <a:pt x="20673" y="8231"/>
                    </a:cubicBezTo>
                    <a:cubicBezTo>
                      <a:pt x="20666" y="8231"/>
                      <a:pt x="20654" y="8208"/>
                      <a:pt x="20634" y="8146"/>
                    </a:cubicBezTo>
                    <a:cubicBezTo>
                      <a:pt x="20585" y="7878"/>
                      <a:pt x="20512" y="7707"/>
                      <a:pt x="20463" y="7488"/>
                    </a:cubicBezTo>
                    <a:lnTo>
                      <a:pt x="20414" y="7414"/>
                    </a:lnTo>
                    <a:cubicBezTo>
                      <a:pt x="20390" y="7366"/>
                      <a:pt x="20365" y="7317"/>
                      <a:pt x="20365" y="7317"/>
                    </a:cubicBezTo>
                    <a:cubicBezTo>
                      <a:pt x="20048" y="6390"/>
                      <a:pt x="19609" y="5512"/>
                      <a:pt x="19073" y="4707"/>
                    </a:cubicBezTo>
                    <a:cubicBezTo>
                      <a:pt x="18756" y="4219"/>
                      <a:pt x="18390" y="3756"/>
                      <a:pt x="18000" y="3341"/>
                    </a:cubicBezTo>
                    <a:cubicBezTo>
                      <a:pt x="17707" y="3024"/>
                      <a:pt x="17414" y="2756"/>
                      <a:pt x="17122" y="2512"/>
                    </a:cubicBezTo>
                    <a:lnTo>
                      <a:pt x="17146" y="2512"/>
                    </a:lnTo>
                    <a:cubicBezTo>
                      <a:pt x="16780" y="2220"/>
                      <a:pt x="16414" y="1951"/>
                      <a:pt x="16024" y="1707"/>
                    </a:cubicBezTo>
                    <a:cubicBezTo>
                      <a:pt x="15536" y="1390"/>
                      <a:pt x="15048" y="1146"/>
                      <a:pt x="14512" y="927"/>
                    </a:cubicBezTo>
                    <a:cubicBezTo>
                      <a:pt x="13561" y="512"/>
                      <a:pt x="12561" y="268"/>
                      <a:pt x="11561" y="146"/>
                    </a:cubicBezTo>
                    <a:cubicBezTo>
                      <a:pt x="11292" y="73"/>
                      <a:pt x="11024" y="24"/>
                      <a:pt x="10756" y="0"/>
                    </a:cubicBezTo>
                    <a:close/>
                    <a:moveTo>
                      <a:pt x="21112" y="10877"/>
                    </a:moveTo>
                    <a:cubicBezTo>
                      <a:pt x="21122" y="10958"/>
                      <a:pt x="21122" y="11034"/>
                      <a:pt x="21122" y="11122"/>
                    </a:cubicBezTo>
                    <a:cubicBezTo>
                      <a:pt x="21122" y="11049"/>
                      <a:pt x="21122" y="10951"/>
                      <a:pt x="21122" y="10878"/>
                    </a:cubicBezTo>
                    <a:cubicBezTo>
                      <a:pt x="21119" y="10878"/>
                      <a:pt x="21116" y="10878"/>
                      <a:pt x="21112" y="108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53"/>
              <p:cNvSpPr/>
              <p:nvPr/>
            </p:nvSpPr>
            <p:spPr>
              <a:xfrm>
                <a:off x="338100" y="3028825"/>
                <a:ext cx="2475" cy="6725"/>
              </a:xfrm>
              <a:custGeom>
                <a:rect b="b" l="l" r="r" t="t"/>
                <a:pathLst>
                  <a:path extrusionOk="0" h="269" w="99">
                    <a:moveTo>
                      <a:pt x="98" y="0"/>
                    </a:moveTo>
                    <a:cubicBezTo>
                      <a:pt x="50" y="74"/>
                      <a:pt x="1" y="171"/>
                      <a:pt x="1" y="269"/>
                    </a:cubicBezTo>
                    <a:cubicBezTo>
                      <a:pt x="50" y="196"/>
                      <a:pt x="74" y="98"/>
                      <a:pt x="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53"/>
              <p:cNvSpPr/>
              <p:nvPr/>
            </p:nvSpPr>
            <p:spPr>
              <a:xfrm>
                <a:off x="340550" y="30288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53"/>
              <p:cNvSpPr/>
              <p:nvPr/>
            </p:nvSpPr>
            <p:spPr>
              <a:xfrm>
                <a:off x="302750" y="2832500"/>
                <a:ext cx="398800" cy="207325"/>
              </a:xfrm>
              <a:custGeom>
                <a:rect b="b" l="l" r="r" t="t"/>
                <a:pathLst>
                  <a:path extrusionOk="0" h="8293" w="15952">
                    <a:moveTo>
                      <a:pt x="8594" y="1702"/>
                    </a:moveTo>
                    <a:cubicBezTo>
                      <a:pt x="8599" y="1705"/>
                      <a:pt x="8605" y="1707"/>
                      <a:pt x="8610" y="1707"/>
                    </a:cubicBezTo>
                    <a:cubicBezTo>
                      <a:pt x="8604" y="1705"/>
                      <a:pt x="8599" y="1704"/>
                      <a:pt x="8594" y="1702"/>
                    </a:cubicBezTo>
                    <a:close/>
                    <a:moveTo>
                      <a:pt x="4624" y="2600"/>
                    </a:moveTo>
                    <a:cubicBezTo>
                      <a:pt x="4619" y="2604"/>
                      <a:pt x="4614" y="2607"/>
                      <a:pt x="4610" y="2610"/>
                    </a:cubicBezTo>
                    <a:cubicBezTo>
                      <a:pt x="4616" y="2607"/>
                      <a:pt x="4621" y="2603"/>
                      <a:pt x="4624" y="2600"/>
                    </a:cubicBezTo>
                    <a:close/>
                    <a:moveTo>
                      <a:pt x="11683" y="2951"/>
                    </a:moveTo>
                    <a:cubicBezTo>
                      <a:pt x="11683" y="2954"/>
                      <a:pt x="11685" y="2956"/>
                      <a:pt x="11690" y="2956"/>
                    </a:cubicBezTo>
                    <a:lnTo>
                      <a:pt x="11690" y="2956"/>
                    </a:lnTo>
                    <a:cubicBezTo>
                      <a:pt x="11687" y="2954"/>
                      <a:pt x="11685" y="2953"/>
                      <a:pt x="11683" y="2951"/>
                    </a:cubicBezTo>
                    <a:close/>
                    <a:moveTo>
                      <a:pt x="1415" y="3829"/>
                    </a:moveTo>
                    <a:lnTo>
                      <a:pt x="1391" y="3878"/>
                    </a:lnTo>
                    <a:lnTo>
                      <a:pt x="1391" y="3878"/>
                    </a:lnTo>
                    <a:cubicBezTo>
                      <a:pt x="1398" y="3862"/>
                      <a:pt x="1406" y="3847"/>
                      <a:pt x="1414" y="3831"/>
                    </a:cubicBezTo>
                    <a:lnTo>
                      <a:pt x="1414" y="3831"/>
                    </a:lnTo>
                    <a:cubicBezTo>
                      <a:pt x="1414" y="3830"/>
                      <a:pt x="1415" y="3830"/>
                      <a:pt x="1415" y="3829"/>
                    </a:cubicBezTo>
                    <a:close/>
                    <a:moveTo>
                      <a:pt x="2596" y="5025"/>
                    </a:moveTo>
                    <a:cubicBezTo>
                      <a:pt x="2595" y="5026"/>
                      <a:pt x="2595" y="5027"/>
                      <a:pt x="2594" y="5028"/>
                    </a:cubicBezTo>
                    <a:lnTo>
                      <a:pt x="2594" y="5028"/>
                    </a:lnTo>
                    <a:cubicBezTo>
                      <a:pt x="2596" y="5026"/>
                      <a:pt x="2597" y="5025"/>
                      <a:pt x="2596" y="5025"/>
                    </a:cubicBezTo>
                    <a:close/>
                    <a:moveTo>
                      <a:pt x="2594" y="5028"/>
                    </a:moveTo>
                    <a:cubicBezTo>
                      <a:pt x="2591" y="5031"/>
                      <a:pt x="2586" y="5037"/>
                      <a:pt x="2586" y="5049"/>
                    </a:cubicBezTo>
                    <a:cubicBezTo>
                      <a:pt x="2588" y="5042"/>
                      <a:pt x="2591" y="5035"/>
                      <a:pt x="2594" y="5028"/>
                    </a:cubicBezTo>
                    <a:close/>
                    <a:moveTo>
                      <a:pt x="1505" y="7629"/>
                    </a:moveTo>
                    <a:cubicBezTo>
                      <a:pt x="1507" y="7629"/>
                      <a:pt x="1509" y="7631"/>
                      <a:pt x="1512" y="7634"/>
                    </a:cubicBezTo>
                    <a:lnTo>
                      <a:pt x="1499" y="7728"/>
                    </a:lnTo>
                    <a:lnTo>
                      <a:pt x="1499" y="7728"/>
                    </a:lnTo>
                    <a:cubicBezTo>
                      <a:pt x="1502" y="7664"/>
                      <a:pt x="1497" y="7629"/>
                      <a:pt x="1505" y="7629"/>
                    </a:cubicBezTo>
                    <a:close/>
                    <a:moveTo>
                      <a:pt x="8000" y="0"/>
                    </a:moveTo>
                    <a:cubicBezTo>
                      <a:pt x="8098" y="0"/>
                      <a:pt x="8049" y="24"/>
                      <a:pt x="7976" y="24"/>
                    </a:cubicBezTo>
                    <a:cubicBezTo>
                      <a:pt x="7878" y="16"/>
                      <a:pt x="7813" y="14"/>
                      <a:pt x="7770" y="14"/>
                    </a:cubicBezTo>
                    <a:cubicBezTo>
                      <a:pt x="7683" y="14"/>
                      <a:pt x="7683" y="24"/>
                      <a:pt x="7683" y="24"/>
                    </a:cubicBezTo>
                    <a:cubicBezTo>
                      <a:pt x="7683" y="24"/>
                      <a:pt x="7659" y="49"/>
                      <a:pt x="7366" y="73"/>
                    </a:cubicBezTo>
                    <a:cubicBezTo>
                      <a:pt x="7195" y="73"/>
                      <a:pt x="6927" y="98"/>
                      <a:pt x="6586" y="146"/>
                    </a:cubicBezTo>
                    <a:cubicBezTo>
                      <a:pt x="6415" y="171"/>
                      <a:pt x="6220" y="220"/>
                      <a:pt x="6025" y="244"/>
                    </a:cubicBezTo>
                    <a:lnTo>
                      <a:pt x="5439" y="415"/>
                    </a:lnTo>
                    <a:lnTo>
                      <a:pt x="4903" y="634"/>
                    </a:lnTo>
                    <a:cubicBezTo>
                      <a:pt x="4708" y="707"/>
                      <a:pt x="4561" y="780"/>
                      <a:pt x="4415" y="854"/>
                    </a:cubicBezTo>
                    <a:cubicBezTo>
                      <a:pt x="4269" y="927"/>
                      <a:pt x="4147" y="1000"/>
                      <a:pt x="4025" y="1073"/>
                    </a:cubicBezTo>
                    <a:lnTo>
                      <a:pt x="3756" y="1244"/>
                    </a:lnTo>
                    <a:cubicBezTo>
                      <a:pt x="3515" y="1485"/>
                      <a:pt x="3178" y="1679"/>
                      <a:pt x="2982" y="1920"/>
                    </a:cubicBezTo>
                    <a:lnTo>
                      <a:pt x="2982" y="1920"/>
                    </a:lnTo>
                    <a:cubicBezTo>
                      <a:pt x="2672" y="2207"/>
                      <a:pt x="2385" y="2494"/>
                      <a:pt x="2122" y="2805"/>
                    </a:cubicBezTo>
                    <a:cubicBezTo>
                      <a:pt x="2049" y="2927"/>
                      <a:pt x="1951" y="3024"/>
                      <a:pt x="1878" y="3122"/>
                    </a:cubicBezTo>
                    <a:cubicBezTo>
                      <a:pt x="1781" y="3244"/>
                      <a:pt x="1708" y="3341"/>
                      <a:pt x="1659" y="3439"/>
                    </a:cubicBezTo>
                    <a:cubicBezTo>
                      <a:pt x="1550" y="3570"/>
                      <a:pt x="1480" y="3700"/>
                      <a:pt x="1414" y="3831"/>
                    </a:cubicBezTo>
                    <a:lnTo>
                      <a:pt x="1414" y="3831"/>
                    </a:lnTo>
                    <a:cubicBezTo>
                      <a:pt x="1268" y="4146"/>
                      <a:pt x="1244" y="4073"/>
                      <a:pt x="1098" y="4293"/>
                    </a:cubicBezTo>
                    <a:cubicBezTo>
                      <a:pt x="1171" y="4293"/>
                      <a:pt x="1073" y="4561"/>
                      <a:pt x="1049" y="4658"/>
                    </a:cubicBezTo>
                    <a:cubicBezTo>
                      <a:pt x="976" y="4805"/>
                      <a:pt x="878" y="5146"/>
                      <a:pt x="781" y="5390"/>
                    </a:cubicBezTo>
                    <a:lnTo>
                      <a:pt x="756" y="5390"/>
                    </a:lnTo>
                    <a:cubicBezTo>
                      <a:pt x="708" y="5585"/>
                      <a:pt x="561" y="6000"/>
                      <a:pt x="512" y="6122"/>
                    </a:cubicBezTo>
                    <a:cubicBezTo>
                      <a:pt x="464" y="6268"/>
                      <a:pt x="366" y="6512"/>
                      <a:pt x="293" y="6732"/>
                    </a:cubicBezTo>
                    <a:cubicBezTo>
                      <a:pt x="220" y="6975"/>
                      <a:pt x="171" y="7219"/>
                      <a:pt x="147" y="7463"/>
                    </a:cubicBezTo>
                    <a:lnTo>
                      <a:pt x="0" y="7780"/>
                    </a:lnTo>
                    <a:lnTo>
                      <a:pt x="0" y="7829"/>
                    </a:lnTo>
                    <a:cubicBezTo>
                      <a:pt x="171" y="7951"/>
                      <a:pt x="366" y="8024"/>
                      <a:pt x="586" y="8073"/>
                    </a:cubicBezTo>
                    <a:cubicBezTo>
                      <a:pt x="706" y="8113"/>
                      <a:pt x="843" y="8141"/>
                      <a:pt x="975" y="8141"/>
                    </a:cubicBezTo>
                    <a:cubicBezTo>
                      <a:pt x="1163" y="8141"/>
                      <a:pt x="1339" y="8084"/>
                      <a:pt x="1439" y="7927"/>
                    </a:cubicBezTo>
                    <a:lnTo>
                      <a:pt x="1464" y="7927"/>
                    </a:lnTo>
                    <a:lnTo>
                      <a:pt x="1488" y="7829"/>
                    </a:lnTo>
                    <a:cubicBezTo>
                      <a:pt x="1492" y="7808"/>
                      <a:pt x="1494" y="7788"/>
                      <a:pt x="1496" y="7770"/>
                    </a:cubicBezTo>
                    <a:lnTo>
                      <a:pt x="1496" y="7770"/>
                    </a:lnTo>
                    <a:cubicBezTo>
                      <a:pt x="1500" y="7753"/>
                      <a:pt x="1504" y="7746"/>
                      <a:pt x="1507" y="7746"/>
                    </a:cubicBezTo>
                    <a:cubicBezTo>
                      <a:pt x="1516" y="7746"/>
                      <a:pt x="1521" y="7798"/>
                      <a:pt x="1537" y="7829"/>
                    </a:cubicBezTo>
                    <a:cubicBezTo>
                      <a:pt x="1537" y="7780"/>
                      <a:pt x="1561" y="7732"/>
                      <a:pt x="1586" y="7683"/>
                    </a:cubicBezTo>
                    <a:cubicBezTo>
                      <a:pt x="1586" y="7678"/>
                      <a:pt x="1585" y="7676"/>
                      <a:pt x="1583" y="7676"/>
                    </a:cubicBezTo>
                    <a:cubicBezTo>
                      <a:pt x="1576" y="7676"/>
                      <a:pt x="1557" y="7712"/>
                      <a:pt x="1537" y="7732"/>
                    </a:cubicBezTo>
                    <a:cubicBezTo>
                      <a:pt x="1537" y="7634"/>
                      <a:pt x="1537" y="7536"/>
                      <a:pt x="1561" y="7463"/>
                    </a:cubicBezTo>
                    <a:cubicBezTo>
                      <a:pt x="1610" y="7341"/>
                      <a:pt x="1634" y="7463"/>
                      <a:pt x="1659" y="7317"/>
                    </a:cubicBezTo>
                    <a:cubicBezTo>
                      <a:pt x="1878" y="6512"/>
                      <a:pt x="2195" y="5756"/>
                      <a:pt x="2586" y="5024"/>
                    </a:cubicBezTo>
                    <a:cubicBezTo>
                      <a:pt x="2591" y="5024"/>
                      <a:pt x="2594" y="5024"/>
                      <a:pt x="2596" y="5025"/>
                    </a:cubicBezTo>
                    <a:lnTo>
                      <a:pt x="2596" y="5025"/>
                    </a:lnTo>
                    <a:cubicBezTo>
                      <a:pt x="2644" y="4914"/>
                      <a:pt x="2711" y="4824"/>
                      <a:pt x="2756" y="4756"/>
                    </a:cubicBezTo>
                    <a:cubicBezTo>
                      <a:pt x="2805" y="4658"/>
                      <a:pt x="2854" y="4536"/>
                      <a:pt x="2927" y="4439"/>
                    </a:cubicBezTo>
                    <a:cubicBezTo>
                      <a:pt x="2951" y="4415"/>
                      <a:pt x="2976" y="4390"/>
                      <a:pt x="3025" y="4390"/>
                    </a:cubicBezTo>
                    <a:cubicBezTo>
                      <a:pt x="3025" y="4341"/>
                      <a:pt x="3073" y="4268"/>
                      <a:pt x="3098" y="4219"/>
                    </a:cubicBezTo>
                    <a:lnTo>
                      <a:pt x="3220" y="4073"/>
                    </a:lnTo>
                    <a:cubicBezTo>
                      <a:pt x="3244" y="4000"/>
                      <a:pt x="3293" y="3951"/>
                      <a:pt x="3342" y="3878"/>
                    </a:cubicBezTo>
                    <a:cubicBezTo>
                      <a:pt x="3439" y="3756"/>
                      <a:pt x="3537" y="3658"/>
                      <a:pt x="3634" y="3537"/>
                    </a:cubicBezTo>
                    <a:cubicBezTo>
                      <a:pt x="3683" y="3463"/>
                      <a:pt x="3756" y="3415"/>
                      <a:pt x="3756" y="3390"/>
                    </a:cubicBezTo>
                    <a:lnTo>
                      <a:pt x="3732" y="3341"/>
                    </a:lnTo>
                    <a:cubicBezTo>
                      <a:pt x="3805" y="3256"/>
                      <a:pt x="3823" y="3256"/>
                      <a:pt x="3845" y="3256"/>
                    </a:cubicBezTo>
                    <a:cubicBezTo>
                      <a:pt x="3866" y="3256"/>
                      <a:pt x="3890" y="3256"/>
                      <a:pt x="3976" y="3171"/>
                    </a:cubicBezTo>
                    <a:cubicBezTo>
                      <a:pt x="3976" y="3049"/>
                      <a:pt x="4244" y="2927"/>
                      <a:pt x="4269" y="2854"/>
                    </a:cubicBezTo>
                    <a:cubicBezTo>
                      <a:pt x="4269" y="2854"/>
                      <a:pt x="4331" y="2822"/>
                      <a:pt x="4356" y="2822"/>
                    </a:cubicBezTo>
                    <a:cubicBezTo>
                      <a:pt x="4362" y="2822"/>
                      <a:pt x="4366" y="2824"/>
                      <a:pt x="4366" y="2829"/>
                    </a:cubicBezTo>
                    <a:cubicBezTo>
                      <a:pt x="4366" y="2756"/>
                      <a:pt x="4464" y="2732"/>
                      <a:pt x="4488" y="2683"/>
                    </a:cubicBezTo>
                    <a:cubicBezTo>
                      <a:pt x="4504" y="2667"/>
                      <a:pt x="4507" y="2661"/>
                      <a:pt x="4503" y="2661"/>
                    </a:cubicBezTo>
                    <a:cubicBezTo>
                      <a:pt x="4496" y="2661"/>
                      <a:pt x="4464" y="2683"/>
                      <a:pt x="4464" y="2683"/>
                    </a:cubicBezTo>
                    <a:lnTo>
                      <a:pt x="4561" y="2585"/>
                    </a:lnTo>
                    <a:cubicBezTo>
                      <a:pt x="4575" y="2578"/>
                      <a:pt x="4590" y="2575"/>
                      <a:pt x="4602" y="2575"/>
                    </a:cubicBezTo>
                    <a:cubicBezTo>
                      <a:pt x="4625" y="2575"/>
                      <a:pt x="4639" y="2587"/>
                      <a:pt x="4624" y="2600"/>
                    </a:cubicBezTo>
                    <a:lnTo>
                      <a:pt x="4624" y="2600"/>
                    </a:lnTo>
                    <a:cubicBezTo>
                      <a:pt x="4704" y="2549"/>
                      <a:pt x="4866" y="2456"/>
                      <a:pt x="5049" y="2341"/>
                    </a:cubicBezTo>
                    <a:cubicBezTo>
                      <a:pt x="5293" y="2219"/>
                      <a:pt x="5537" y="2098"/>
                      <a:pt x="5805" y="2000"/>
                    </a:cubicBezTo>
                    <a:cubicBezTo>
                      <a:pt x="5878" y="1976"/>
                      <a:pt x="5927" y="1951"/>
                      <a:pt x="6000" y="1927"/>
                    </a:cubicBezTo>
                    <a:lnTo>
                      <a:pt x="6195" y="1878"/>
                    </a:lnTo>
                    <a:cubicBezTo>
                      <a:pt x="6317" y="1829"/>
                      <a:pt x="6464" y="1805"/>
                      <a:pt x="6586" y="1780"/>
                    </a:cubicBezTo>
                    <a:lnTo>
                      <a:pt x="6756" y="1756"/>
                    </a:lnTo>
                    <a:lnTo>
                      <a:pt x="6903" y="1732"/>
                    </a:lnTo>
                    <a:cubicBezTo>
                      <a:pt x="7000" y="1732"/>
                      <a:pt x="7073" y="1707"/>
                      <a:pt x="7122" y="1707"/>
                    </a:cubicBezTo>
                    <a:cubicBezTo>
                      <a:pt x="7098" y="1683"/>
                      <a:pt x="7049" y="1683"/>
                      <a:pt x="7000" y="1683"/>
                    </a:cubicBezTo>
                    <a:cubicBezTo>
                      <a:pt x="6951" y="1683"/>
                      <a:pt x="6903" y="1683"/>
                      <a:pt x="6878" y="1659"/>
                    </a:cubicBezTo>
                    <a:cubicBezTo>
                      <a:pt x="6939" y="1634"/>
                      <a:pt x="6982" y="1634"/>
                      <a:pt x="7015" y="1634"/>
                    </a:cubicBezTo>
                    <a:cubicBezTo>
                      <a:pt x="7049" y="1634"/>
                      <a:pt x="7073" y="1634"/>
                      <a:pt x="7098" y="1610"/>
                    </a:cubicBezTo>
                    <a:cubicBezTo>
                      <a:pt x="7122" y="1646"/>
                      <a:pt x="7183" y="1646"/>
                      <a:pt x="7250" y="1646"/>
                    </a:cubicBezTo>
                    <a:cubicBezTo>
                      <a:pt x="7317" y="1646"/>
                      <a:pt x="7390" y="1646"/>
                      <a:pt x="7439" y="1683"/>
                    </a:cubicBezTo>
                    <a:lnTo>
                      <a:pt x="7464" y="1659"/>
                    </a:lnTo>
                    <a:lnTo>
                      <a:pt x="7537" y="1683"/>
                    </a:lnTo>
                    <a:cubicBezTo>
                      <a:pt x="7634" y="1659"/>
                      <a:pt x="7732" y="1659"/>
                      <a:pt x="7829" y="1659"/>
                    </a:cubicBezTo>
                    <a:cubicBezTo>
                      <a:pt x="7903" y="1659"/>
                      <a:pt x="8000" y="1683"/>
                      <a:pt x="8098" y="1683"/>
                    </a:cubicBezTo>
                    <a:lnTo>
                      <a:pt x="8390" y="1683"/>
                    </a:lnTo>
                    <a:cubicBezTo>
                      <a:pt x="8458" y="1683"/>
                      <a:pt x="8526" y="1683"/>
                      <a:pt x="8594" y="1702"/>
                    </a:cubicBezTo>
                    <a:lnTo>
                      <a:pt x="8594" y="1702"/>
                    </a:lnTo>
                    <a:cubicBezTo>
                      <a:pt x="8571" y="1690"/>
                      <a:pt x="8551" y="1659"/>
                      <a:pt x="8610" y="1659"/>
                    </a:cubicBezTo>
                    <a:cubicBezTo>
                      <a:pt x="8610" y="1683"/>
                      <a:pt x="8659" y="1683"/>
                      <a:pt x="8707" y="1683"/>
                    </a:cubicBezTo>
                    <a:cubicBezTo>
                      <a:pt x="8756" y="1683"/>
                      <a:pt x="8805" y="1683"/>
                      <a:pt x="8829" y="1707"/>
                    </a:cubicBezTo>
                    <a:cubicBezTo>
                      <a:pt x="8878" y="1707"/>
                      <a:pt x="8981" y="1740"/>
                      <a:pt x="9030" y="1740"/>
                    </a:cubicBezTo>
                    <a:cubicBezTo>
                      <a:pt x="9053" y="1740"/>
                      <a:pt x="9064" y="1733"/>
                      <a:pt x="9052" y="1712"/>
                    </a:cubicBezTo>
                    <a:lnTo>
                      <a:pt x="9052" y="1712"/>
                    </a:lnTo>
                    <a:cubicBezTo>
                      <a:pt x="9086" y="1759"/>
                      <a:pt x="9264" y="1805"/>
                      <a:pt x="9146" y="1805"/>
                    </a:cubicBezTo>
                    <a:cubicBezTo>
                      <a:pt x="9195" y="1829"/>
                      <a:pt x="9244" y="1854"/>
                      <a:pt x="9317" y="1854"/>
                    </a:cubicBezTo>
                    <a:lnTo>
                      <a:pt x="9244" y="1805"/>
                    </a:lnTo>
                    <a:lnTo>
                      <a:pt x="9244" y="1805"/>
                    </a:lnTo>
                    <a:cubicBezTo>
                      <a:pt x="9439" y="1854"/>
                      <a:pt x="9537" y="1951"/>
                      <a:pt x="9707" y="1951"/>
                    </a:cubicBezTo>
                    <a:lnTo>
                      <a:pt x="9634" y="1902"/>
                    </a:lnTo>
                    <a:lnTo>
                      <a:pt x="9634" y="1902"/>
                    </a:lnTo>
                    <a:cubicBezTo>
                      <a:pt x="9756" y="1927"/>
                      <a:pt x="9854" y="1976"/>
                      <a:pt x="9903" y="2049"/>
                    </a:cubicBezTo>
                    <a:lnTo>
                      <a:pt x="9756" y="2024"/>
                    </a:lnTo>
                    <a:lnTo>
                      <a:pt x="9756" y="2024"/>
                    </a:lnTo>
                    <a:lnTo>
                      <a:pt x="10024" y="2122"/>
                    </a:lnTo>
                    <a:cubicBezTo>
                      <a:pt x="10098" y="2146"/>
                      <a:pt x="10171" y="2171"/>
                      <a:pt x="10268" y="2195"/>
                    </a:cubicBezTo>
                    <a:lnTo>
                      <a:pt x="10195" y="2171"/>
                    </a:lnTo>
                    <a:lnTo>
                      <a:pt x="10195" y="2171"/>
                    </a:lnTo>
                    <a:cubicBezTo>
                      <a:pt x="10488" y="2244"/>
                      <a:pt x="10732" y="2366"/>
                      <a:pt x="11000" y="2488"/>
                    </a:cubicBezTo>
                    <a:cubicBezTo>
                      <a:pt x="11317" y="2683"/>
                      <a:pt x="11634" y="2878"/>
                      <a:pt x="11732" y="2927"/>
                    </a:cubicBezTo>
                    <a:lnTo>
                      <a:pt x="11683" y="2829"/>
                    </a:lnTo>
                    <a:lnTo>
                      <a:pt x="11854" y="2902"/>
                    </a:lnTo>
                    <a:cubicBezTo>
                      <a:pt x="11833" y="2902"/>
                      <a:pt x="11722" y="2956"/>
                      <a:pt x="11691" y="2956"/>
                    </a:cubicBezTo>
                    <a:cubicBezTo>
                      <a:pt x="11691" y="2956"/>
                      <a:pt x="11690" y="2956"/>
                      <a:pt x="11690" y="2956"/>
                    </a:cubicBezTo>
                    <a:lnTo>
                      <a:pt x="11690" y="2956"/>
                    </a:lnTo>
                    <a:cubicBezTo>
                      <a:pt x="12077" y="3248"/>
                      <a:pt x="12416" y="3587"/>
                      <a:pt x="12732" y="3951"/>
                    </a:cubicBezTo>
                    <a:cubicBezTo>
                      <a:pt x="13049" y="4341"/>
                      <a:pt x="13317" y="4756"/>
                      <a:pt x="13537" y="5171"/>
                    </a:cubicBezTo>
                    <a:cubicBezTo>
                      <a:pt x="13561" y="5244"/>
                      <a:pt x="13549" y="5262"/>
                      <a:pt x="13531" y="5262"/>
                    </a:cubicBezTo>
                    <a:cubicBezTo>
                      <a:pt x="13512" y="5262"/>
                      <a:pt x="13488" y="5244"/>
                      <a:pt x="13488" y="5244"/>
                    </a:cubicBezTo>
                    <a:lnTo>
                      <a:pt x="13488" y="5244"/>
                    </a:lnTo>
                    <a:cubicBezTo>
                      <a:pt x="13561" y="5390"/>
                      <a:pt x="13561" y="5293"/>
                      <a:pt x="13610" y="5439"/>
                    </a:cubicBezTo>
                    <a:cubicBezTo>
                      <a:pt x="13610" y="5447"/>
                      <a:pt x="13607" y="5450"/>
                      <a:pt x="13603" y="5450"/>
                    </a:cubicBezTo>
                    <a:cubicBezTo>
                      <a:pt x="13594" y="5450"/>
                      <a:pt x="13577" y="5439"/>
                      <a:pt x="13561" y="5439"/>
                    </a:cubicBezTo>
                    <a:cubicBezTo>
                      <a:pt x="13610" y="5488"/>
                      <a:pt x="13610" y="5561"/>
                      <a:pt x="13634" y="5561"/>
                    </a:cubicBezTo>
                    <a:cubicBezTo>
                      <a:pt x="13610" y="5463"/>
                      <a:pt x="13683" y="5488"/>
                      <a:pt x="13707" y="5439"/>
                    </a:cubicBezTo>
                    <a:lnTo>
                      <a:pt x="13732" y="5512"/>
                    </a:lnTo>
                    <a:cubicBezTo>
                      <a:pt x="13756" y="5561"/>
                      <a:pt x="13781" y="5610"/>
                      <a:pt x="13781" y="5610"/>
                    </a:cubicBezTo>
                    <a:lnTo>
                      <a:pt x="13732" y="5610"/>
                    </a:lnTo>
                    <a:cubicBezTo>
                      <a:pt x="13756" y="5658"/>
                      <a:pt x="13878" y="5683"/>
                      <a:pt x="13927" y="5878"/>
                    </a:cubicBezTo>
                    <a:cubicBezTo>
                      <a:pt x="14049" y="6195"/>
                      <a:pt x="14146" y="6536"/>
                      <a:pt x="14244" y="6878"/>
                    </a:cubicBezTo>
                    <a:cubicBezTo>
                      <a:pt x="14220" y="6878"/>
                      <a:pt x="14195" y="6805"/>
                      <a:pt x="14171" y="6756"/>
                    </a:cubicBezTo>
                    <a:lnTo>
                      <a:pt x="14171" y="6756"/>
                    </a:lnTo>
                    <a:cubicBezTo>
                      <a:pt x="14171" y="6805"/>
                      <a:pt x="14195" y="6854"/>
                      <a:pt x="14195" y="6902"/>
                    </a:cubicBezTo>
                    <a:cubicBezTo>
                      <a:pt x="14195" y="6886"/>
                      <a:pt x="14197" y="6879"/>
                      <a:pt x="14199" y="6879"/>
                    </a:cubicBezTo>
                    <a:cubicBezTo>
                      <a:pt x="14209" y="6879"/>
                      <a:pt x="14234" y="6989"/>
                      <a:pt x="14242" y="6989"/>
                    </a:cubicBezTo>
                    <a:cubicBezTo>
                      <a:pt x="14243" y="6989"/>
                      <a:pt x="14244" y="6985"/>
                      <a:pt x="14244" y="6975"/>
                    </a:cubicBezTo>
                    <a:cubicBezTo>
                      <a:pt x="14341" y="7219"/>
                      <a:pt x="14415" y="7488"/>
                      <a:pt x="14463" y="7756"/>
                    </a:cubicBezTo>
                    <a:cubicBezTo>
                      <a:pt x="14488" y="7756"/>
                      <a:pt x="14854" y="7829"/>
                      <a:pt x="15171" y="7902"/>
                    </a:cubicBezTo>
                    <a:cubicBezTo>
                      <a:pt x="15512" y="8000"/>
                      <a:pt x="15854" y="8097"/>
                      <a:pt x="15902" y="8097"/>
                    </a:cubicBezTo>
                    <a:cubicBezTo>
                      <a:pt x="15902" y="8171"/>
                      <a:pt x="15902" y="8219"/>
                      <a:pt x="15902" y="8292"/>
                    </a:cubicBezTo>
                    <a:cubicBezTo>
                      <a:pt x="15927" y="8195"/>
                      <a:pt x="15927" y="8122"/>
                      <a:pt x="15902" y="8024"/>
                    </a:cubicBezTo>
                    <a:lnTo>
                      <a:pt x="15854" y="8024"/>
                    </a:lnTo>
                    <a:cubicBezTo>
                      <a:pt x="15805" y="7829"/>
                      <a:pt x="15878" y="7975"/>
                      <a:pt x="15854" y="7780"/>
                    </a:cubicBezTo>
                    <a:cubicBezTo>
                      <a:pt x="15878" y="7780"/>
                      <a:pt x="15902" y="7951"/>
                      <a:pt x="15927" y="8097"/>
                    </a:cubicBezTo>
                    <a:cubicBezTo>
                      <a:pt x="15927" y="7951"/>
                      <a:pt x="15927" y="7805"/>
                      <a:pt x="15902" y="7756"/>
                    </a:cubicBezTo>
                    <a:cubicBezTo>
                      <a:pt x="15902" y="7634"/>
                      <a:pt x="15951" y="7756"/>
                      <a:pt x="15927" y="7610"/>
                    </a:cubicBezTo>
                    <a:cubicBezTo>
                      <a:pt x="15878" y="7488"/>
                      <a:pt x="15854" y="7366"/>
                      <a:pt x="15854" y="7219"/>
                    </a:cubicBezTo>
                    <a:cubicBezTo>
                      <a:pt x="15829" y="6927"/>
                      <a:pt x="15707" y="6780"/>
                      <a:pt x="15659" y="6488"/>
                    </a:cubicBezTo>
                    <a:lnTo>
                      <a:pt x="15659" y="6488"/>
                    </a:lnTo>
                    <a:lnTo>
                      <a:pt x="15683" y="6512"/>
                    </a:lnTo>
                    <a:cubicBezTo>
                      <a:pt x="15683" y="6414"/>
                      <a:pt x="15610" y="6195"/>
                      <a:pt x="15561" y="6049"/>
                    </a:cubicBezTo>
                    <a:cubicBezTo>
                      <a:pt x="15561" y="6077"/>
                      <a:pt x="15561" y="6105"/>
                      <a:pt x="15556" y="6105"/>
                    </a:cubicBezTo>
                    <a:cubicBezTo>
                      <a:pt x="15553" y="6105"/>
                      <a:pt x="15547" y="6090"/>
                      <a:pt x="15537" y="6049"/>
                    </a:cubicBezTo>
                    <a:cubicBezTo>
                      <a:pt x="15512" y="5951"/>
                      <a:pt x="15488" y="5854"/>
                      <a:pt x="15463" y="5780"/>
                    </a:cubicBezTo>
                    <a:cubicBezTo>
                      <a:pt x="15439" y="5707"/>
                      <a:pt x="15415" y="5634"/>
                      <a:pt x="15390" y="5536"/>
                    </a:cubicBezTo>
                    <a:lnTo>
                      <a:pt x="15317" y="5415"/>
                    </a:lnTo>
                    <a:cubicBezTo>
                      <a:pt x="15024" y="4732"/>
                      <a:pt x="14683" y="4097"/>
                      <a:pt x="14244" y="3512"/>
                    </a:cubicBezTo>
                    <a:cubicBezTo>
                      <a:pt x="13805" y="2927"/>
                      <a:pt x="13317" y="2390"/>
                      <a:pt x="12756" y="1927"/>
                    </a:cubicBezTo>
                    <a:lnTo>
                      <a:pt x="12781" y="1927"/>
                    </a:lnTo>
                    <a:cubicBezTo>
                      <a:pt x="12195" y="1415"/>
                      <a:pt x="11537" y="1024"/>
                      <a:pt x="10829" y="707"/>
                    </a:cubicBezTo>
                    <a:cubicBezTo>
                      <a:pt x="10122" y="366"/>
                      <a:pt x="9366" y="171"/>
                      <a:pt x="8610" y="98"/>
                    </a:cubicBezTo>
                    <a:cubicBezTo>
                      <a:pt x="8415" y="24"/>
                      <a:pt x="8195" y="0"/>
                      <a:pt x="80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59" name="Google Shape;1459;p53"/>
            <p:cNvSpPr/>
            <p:nvPr/>
          </p:nvSpPr>
          <p:spPr>
            <a:xfrm>
              <a:off x="400925" y="3037350"/>
              <a:ext cx="2450" cy="3700"/>
            </a:xfrm>
            <a:custGeom>
              <a:rect b="b" l="l" r="r" t="t"/>
              <a:pathLst>
                <a:path extrusionOk="0" h="148" w="98">
                  <a:moveTo>
                    <a:pt x="98" y="1"/>
                  </a:moveTo>
                  <a:lnTo>
                    <a:pt x="98" y="1"/>
                  </a:lnTo>
                  <a:cubicBezTo>
                    <a:pt x="49" y="25"/>
                    <a:pt x="0" y="74"/>
                    <a:pt x="0" y="147"/>
                  </a:cubicBezTo>
                  <a:cubicBezTo>
                    <a:pt x="49" y="98"/>
                    <a:pt x="73" y="50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53"/>
            <p:cNvSpPr/>
            <p:nvPr/>
          </p:nvSpPr>
          <p:spPr>
            <a:xfrm>
              <a:off x="403350" y="3037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53"/>
            <p:cNvSpPr/>
            <p:nvPr/>
          </p:nvSpPr>
          <p:spPr>
            <a:xfrm>
              <a:off x="365550" y="2914800"/>
              <a:ext cx="267700" cy="124800"/>
            </a:xfrm>
            <a:custGeom>
              <a:rect b="b" l="l" r="r" t="t"/>
              <a:pathLst>
                <a:path extrusionOk="0" h="4992" w="10708">
                  <a:moveTo>
                    <a:pt x="2206" y="3416"/>
                  </a:moveTo>
                  <a:lnTo>
                    <a:pt x="2206" y="3416"/>
                  </a:lnTo>
                  <a:cubicBezTo>
                    <a:pt x="2205" y="3416"/>
                    <a:pt x="2205" y="3417"/>
                    <a:pt x="2205" y="3418"/>
                  </a:cubicBezTo>
                  <a:lnTo>
                    <a:pt x="2205" y="3418"/>
                  </a:lnTo>
                  <a:cubicBezTo>
                    <a:pt x="2206" y="3417"/>
                    <a:pt x="2207" y="3416"/>
                    <a:pt x="2206" y="3416"/>
                  </a:cubicBezTo>
                  <a:close/>
                  <a:moveTo>
                    <a:pt x="2205" y="3418"/>
                  </a:moveTo>
                  <a:cubicBezTo>
                    <a:pt x="2202" y="3421"/>
                    <a:pt x="2196" y="3427"/>
                    <a:pt x="2196" y="3440"/>
                  </a:cubicBezTo>
                  <a:cubicBezTo>
                    <a:pt x="2198" y="3432"/>
                    <a:pt x="2201" y="3425"/>
                    <a:pt x="2205" y="3418"/>
                  </a:cubicBezTo>
                  <a:close/>
                  <a:moveTo>
                    <a:pt x="1464" y="4757"/>
                  </a:moveTo>
                  <a:lnTo>
                    <a:pt x="1451" y="4807"/>
                  </a:lnTo>
                  <a:lnTo>
                    <a:pt x="1451" y="4807"/>
                  </a:lnTo>
                  <a:cubicBezTo>
                    <a:pt x="1453" y="4778"/>
                    <a:pt x="1448" y="4757"/>
                    <a:pt x="1464" y="4757"/>
                  </a:cubicBezTo>
                  <a:close/>
                  <a:moveTo>
                    <a:pt x="5171" y="1"/>
                  </a:moveTo>
                  <a:cubicBezTo>
                    <a:pt x="5244" y="1"/>
                    <a:pt x="5220" y="25"/>
                    <a:pt x="5171" y="49"/>
                  </a:cubicBezTo>
                  <a:cubicBezTo>
                    <a:pt x="4830" y="74"/>
                    <a:pt x="5147" y="74"/>
                    <a:pt x="4805" y="123"/>
                  </a:cubicBezTo>
                  <a:lnTo>
                    <a:pt x="4610" y="147"/>
                  </a:lnTo>
                  <a:lnTo>
                    <a:pt x="4366" y="220"/>
                  </a:lnTo>
                  <a:cubicBezTo>
                    <a:pt x="4147" y="245"/>
                    <a:pt x="3927" y="318"/>
                    <a:pt x="3683" y="391"/>
                  </a:cubicBezTo>
                  <a:cubicBezTo>
                    <a:pt x="3586" y="415"/>
                    <a:pt x="3464" y="464"/>
                    <a:pt x="3366" y="488"/>
                  </a:cubicBezTo>
                  <a:cubicBezTo>
                    <a:pt x="3244" y="537"/>
                    <a:pt x="3147" y="562"/>
                    <a:pt x="3049" y="610"/>
                  </a:cubicBezTo>
                  <a:cubicBezTo>
                    <a:pt x="2878" y="708"/>
                    <a:pt x="2708" y="781"/>
                    <a:pt x="2635" y="805"/>
                  </a:cubicBezTo>
                  <a:cubicBezTo>
                    <a:pt x="2513" y="952"/>
                    <a:pt x="2269" y="1049"/>
                    <a:pt x="2147" y="1196"/>
                  </a:cubicBezTo>
                  <a:lnTo>
                    <a:pt x="2147" y="1171"/>
                  </a:lnTo>
                  <a:cubicBezTo>
                    <a:pt x="2098" y="1220"/>
                    <a:pt x="2025" y="1293"/>
                    <a:pt x="1903" y="1366"/>
                  </a:cubicBezTo>
                  <a:lnTo>
                    <a:pt x="1561" y="1708"/>
                  </a:lnTo>
                  <a:lnTo>
                    <a:pt x="1220" y="2049"/>
                  </a:lnTo>
                  <a:cubicBezTo>
                    <a:pt x="1147" y="2147"/>
                    <a:pt x="1098" y="2220"/>
                    <a:pt x="1049" y="2318"/>
                  </a:cubicBezTo>
                  <a:lnTo>
                    <a:pt x="1074" y="2293"/>
                  </a:lnTo>
                  <a:lnTo>
                    <a:pt x="1074" y="2293"/>
                  </a:lnTo>
                  <a:cubicBezTo>
                    <a:pt x="976" y="2488"/>
                    <a:pt x="927" y="2415"/>
                    <a:pt x="830" y="2537"/>
                  </a:cubicBezTo>
                  <a:cubicBezTo>
                    <a:pt x="903" y="2562"/>
                    <a:pt x="830" y="2732"/>
                    <a:pt x="805" y="2781"/>
                  </a:cubicBezTo>
                  <a:cubicBezTo>
                    <a:pt x="757" y="2879"/>
                    <a:pt x="708" y="3074"/>
                    <a:pt x="635" y="3244"/>
                  </a:cubicBezTo>
                  <a:lnTo>
                    <a:pt x="610" y="3220"/>
                  </a:lnTo>
                  <a:cubicBezTo>
                    <a:pt x="586" y="3342"/>
                    <a:pt x="464" y="3586"/>
                    <a:pt x="439" y="3659"/>
                  </a:cubicBezTo>
                  <a:cubicBezTo>
                    <a:pt x="391" y="3757"/>
                    <a:pt x="318" y="3879"/>
                    <a:pt x="269" y="4025"/>
                  </a:cubicBezTo>
                  <a:cubicBezTo>
                    <a:pt x="196" y="4171"/>
                    <a:pt x="147" y="4318"/>
                    <a:pt x="147" y="4464"/>
                  </a:cubicBezTo>
                  <a:lnTo>
                    <a:pt x="0" y="4610"/>
                  </a:lnTo>
                  <a:lnTo>
                    <a:pt x="0" y="4635"/>
                  </a:lnTo>
                  <a:cubicBezTo>
                    <a:pt x="171" y="4732"/>
                    <a:pt x="366" y="4830"/>
                    <a:pt x="586" y="4879"/>
                  </a:cubicBezTo>
                  <a:cubicBezTo>
                    <a:pt x="769" y="4940"/>
                    <a:pt x="981" y="4991"/>
                    <a:pt x="1156" y="4991"/>
                  </a:cubicBezTo>
                  <a:cubicBezTo>
                    <a:pt x="1260" y="4991"/>
                    <a:pt x="1351" y="4973"/>
                    <a:pt x="1415" y="4927"/>
                  </a:cubicBezTo>
                  <a:lnTo>
                    <a:pt x="1439" y="4927"/>
                  </a:lnTo>
                  <a:lnTo>
                    <a:pt x="1439" y="4854"/>
                  </a:lnTo>
                  <a:cubicBezTo>
                    <a:pt x="1447" y="4839"/>
                    <a:pt x="1455" y="4833"/>
                    <a:pt x="1461" y="4833"/>
                  </a:cubicBezTo>
                  <a:cubicBezTo>
                    <a:pt x="1477" y="4833"/>
                    <a:pt x="1488" y="4862"/>
                    <a:pt x="1488" y="4879"/>
                  </a:cubicBezTo>
                  <a:cubicBezTo>
                    <a:pt x="1488" y="4854"/>
                    <a:pt x="1513" y="4830"/>
                    <a:pt x="1537" y="4805"/>
                  </a:cubicBezTo>
                  <a:cubicBezTo>
                    <a:pt x="1537" y="4798"/>
                    <a:pt x="1535" y="4795"/>
                    <a:pt x="1531" y="4795"/>
                  </a:cubicBezTo>
                  <a:cubicBezTo>
                    <a:pt x="1523" y="4795"/>
                    <a:pt x="1505" y="4813"/>
                    <a:pt x="1488" y="4830"/>
                  </a:cubicBezTo>
                  <a:cubicBezTo>
                    <a:pt x="1488" y="4781"/>
                    <a:pt x="1488" y="4708"/>
                    <a:pt x="1488" y="4659"/>
                  </a:cubicBezTo>
                  <a:cubicBezTo>
                    <a:pt x="1513" y="4635"/>
                    <a:pt x="1531" y="4635"/>
                    <a:pt x="1546" y="4635"/>
                  </a:cubicBezTo>
                  <a:cubicBezTo>
                    <a:pt x="1561" y="4635"/>
                    <a:pt x="1574" y="4635"/>
                    <a:pt x="1586" y="4610"/>
                  </a:cubicBezTo>
                  <a:cubicBezTo>
                    <a:pt x="1757" y="4196"/>
                    <a:pt x="1952" y="3781"/>
                    <a:pt x="2196" y="3415"/>
                  </a:cubicBezTo>
                  <a:cubicBezTo>
                    <a:pt x="2202" y="3415"/>
                    <a:pt x="2205" y="3415"/>
                    <a:pt x="2206" y="3416"/>
                  </a:cubicBezTo>
                  <a:lnTo>
                    <a:pt x="2206" y="3416"/>
                  </a:lnTo>
                  <a:cubicBezTo>
                    <a:pt x="2257" y="3305"/>
                    <a:pt x="2345" y="3214"/>
                    <a:pt x="2391" y="3122"/>
                  </a:cubicBezTo>
                  <a:lnTo>
                    <a:pt x="2464" y="3122"/>
                  </a:lnTo>
                  <a:cubicBezTo>
                    <a:pt x="2439" y="3122"/>
                    <a:pt x="2561" y="3001"/>
                    <a:pt x="2659" y="2879"/>
                  </a:cubicBezTo>
                  <a:cubicBezTo>
                    <a:pt x="2708" y="2805"/>
                    <a:pt x="2781" y="2757"/>
                    <a:pt x="2830" y="2708"/>
                  </a:cubicBezTo>
                  <a:lnTo>
                    <a:pt x="2952" y="2635"/>
                  </a:lnTo>
                  <a:lnTo>
                    <a:pt x="2927" y="2586"/>
                  </a:lnTo>
                  <a:cubicBezTo>
                    <a:pt x="2960" y="2553"/>
                    <a:pt x="2979" y="2545"/>
                    <a:pt x="2992" y="2545"/>
                  </a:cubicBezTo>
                  <a:cubicBezTo>
                    <a:pt x="3006" y="2545"/>
                    <a:pt x="3014" y="2553"/>
                    <a:pt x="3025" y="2553"/>
                  </a:cubicBezTo>
                  <a:cubicBezTo>
                    <a:pt x="3036" y="2553"/>
                    <a:pt x="3049" y="2545"/>
                    <a:pt x="3074" y="2513"/>
                  </a:cubicBezTo>
                  <a:cubicBezTo>
                    <a:pt x="3049" y="2415"/>
                    <a:pt x="3244" y="2391"/>
                    <a:pt x="3244" y="2342"/>
                  </a:cubicBezTo>
                  <a:cubicBezTo>
                    <a:pt x="3244" y="2342"/>
                    <a:pt x="3266" y="2331"/>
                    <a:pt x="3288" y="2331"/>
                  </a:cubicBezTo>
                  <a:cubicBezTo>
                    <a:pt x="3298" y="2331"/>
                    <a:pt x="3309" y="2334"/>
                    <a:pt x="3317" y="2342"/>
                  </a:cubicBezTo>
                  <a:cubicBezTo>
                    <a:pt x="3317" y="2293"/>
                    <a:pt x="3342" y="2293"/>
                    <a:pt x="3366" y="2269"/>
                  </a:cubicBezTo>
                  <a:cubicBezTo>
                    <a:pt x="3374" y="2261"/>
                    <a:pt x="3377" y="2258"/>
                    <a:pt x="3376" y="2258"/>
                  </a:cubicBezTo>
                  <a:cubicBezTo>
                    <a:pt x="3374" y="2258"/>
                    <a:pt x="3358" y="2269"/>
                    <a:pt x="3342" y="2269"/>
                  </a:cubicBezTo>
                  <a:lnTo>
                    <a:pt x="3415" y="2220"/>
                  </a:lnTo>
                  <a:cubicBezTo>
                    <a:pt x="3439" y="2220"/>
                    <a:pt x="3464" y="2220"/>
                    <a:pt x="3439" y="2244"/>
                  </a:cubicBezTo>
                  <a:cubicBezTo>
                    <a:pt x="3513" y="2196"/>
                    <a:pt x="3610" y="2171"/>
                    <a:pt x="3708" y="2123"/>
                  </a:cubicBezTo>
                  <a:cubicBezTo>
                    <a:pt x="3830" y="2049"/>
                    <a:pt x="3976" y="2001"/>
                    <a:pt x="4122" y="1952"/>
                  </a:cubicBezTo>
                  <a:cubicBezTo>
                    <a:pt x="4195" y="1927"/>
                    <a:pt x="4269" y="1927"/>
                    <a:pt x="4342" y="1903"/>
                  </a:cubicBezTo>
                  <a:cubicBezTo>
                    <a:pt x="4415" y="1879"/>
                    <a:pt x="4488" y="1854"/>
                    <a:pt x="4561" y="1830"/>
                  </a:cubicBezTo>
                  <a:cubicBezTo>
                    <a:pt x="4708" y="1805"/>
                    <a:pt x="4805" y="1781"/>
                    <a:pt x="4878" y="1781"/>
                  </a:cubicBezTo>
                  <a:cubicBezTo>
                    <a:pt x="4854" y="1757"/>
                    <a:pt x="4824" y="1757"/>
                    <a:pt x="4796" y="1757"/>
                  </a:cubicBezTo>
                  <a:cubicBezTo>
                    <a:pt x="4769" y="1757"/>
                    <a:pt x="4744" y="1757"/>
                    <a:pt x="4732" y="1732"/>
                  </a:cubicBezTo>
                  <a:cubicBezTo>
                    <a:pt x="4756" y="1708"/>
                    <a:pt x="4781" y="1708"/>
                    <a:pt x="4799" y="1708"/>
                  </a:cubicBezTo>
                  <a:cubicBezTo>
                    <a:pt x="4817" y="1708"/>
                    <a:pt x="4830" y="1708"/>
                    <a:pt x="4830" y="1684"/>
                  </a:cubicBezTo>
                  <a:cubicBezTo>
                    <a:pt x="4854" y="1720"/>
                    <a:pt x="4891" y="1720"/>
                    <a:pt x="4930" y="1720"/>
                  </a:cubicBezTo>
                  <a:cubicBezTo>
                    <a:pt x="4970" y="1720"/>
                    <a:pt x="5013" y="1720"/>
                    <a:pt x="5049" y="1757"/>
                  </a:cubicBezTo>
                  <a:lnTo>
                    <a:pt x="5049" y="1708"/>
                  </a:lnTo>
                  <a:lnTo>
                    <a:pt x="5074" y="1732"/>
                  </a:lnTo>
                  <a:cubicBezTo>
                    <a:pt x="5220" y="1684"/>
                    <a:pt x="5244" y="1684"/>
                    <a:pt x="5244" y="1684"/>
                  </a:cubicBezTo>
                  <a:lnTo>
                    <a:pt x="5415" y="1684"/>
                  </a:lnTo>
                  <a:cubicBezTo>
                    <a:pt x="5519" y="1684"/>
                    <a:pt x="5588" y="1630"/>
                    <a:pt x="5667" y="1630"/>
                  </a:cubicBezTo>
                  <a:cubicBezTo>
                    <a:pt x="5680" y="1630"/>
                    <a:pt x="5694" y="1631"/>
                    <a:pt x="5708" y="1635"/>
                  </a:cubicBezTo>
                  <a:cubicBezTo>
                    <a:pt x="5708" y="1635"/>
                    <a:pt x="5659" y="1586"/>
                    <a:pt x="5708" y="1586"/>
                  </a:cubicBezTo>
                  <a:cubicBezTo>
                    <a:pt x="5708" y="1591"/>
                    <a:pt x="5713" y="1593"/>
                    <a:pt x="5720" y="1593"/>
                  </a:cubicBezTo>
                  <a:cubicBezTo>
                    <a:pt x="5734" y="1593"/>
                    <a:pt x="5757" y="1588"/>
                    <a:pt x="5775" y="1588"/>
                  </a:cubicBezTo>
                  <a:cubicBezTo>
                    <a:pt x="5792" y="1588"/>
                    <a:pt x="5805" y="1592"/>
                    <a:pt x="5805" y="1610"/>
                  </a:cubicBezTo>
                  <a:cubicBezTo>
                    <a:pt x="5812" y="1617"/>
                    <a:pt x="5824" y="1620"/>
                    <a:pt x="5837" y="1620"/>
                  </a:cubicBezTo>
                  <a:cubicBezTo>
                    <a:pt x="5871" y="1620"/>
                    <a:pt x="5915" y="1600"/>
                    <a:pt x="5905" y="1568"/>
                  </a:cubicBezTo>
                  <a:lnTo>
                    <a:pt x="5905" y="1568"/>
                  </a:lnTo>
                  <a:cubicBezTo>
                    <a:pt x="5921" y="1586"/>
                    <a:pt x="5996" y="1588"/>
                    <a:pt x="5952" y="1610"/>
                  </a:cubicBezTo>
                  <a:cubicBezTo>
                    <a:pt x="5968" y="1610"/>
                    <a:pt x="5995" y="1621"/>
                    <a:pt x="6011" y="1621"/>
                  </a:cubicBezTo>
                  <a:cubicBezTo>
                    <a:pt x="6019" y="1621"/>
                    <a:pt x="6025" y="1618"/>
                    <a:pt x="6025" y="1610"/>
                  </a:cubicBezTo>
                  <a:lnTo>
                    <a:pt x="6000" y="1586"/>
                  </a:lnTo>
                  <a:cubicBezTo>
                    <a:pt x="6084" y="1586"/>
                    <a:pt x="6132" y="1640"/>
                    <a:pt x="6205" y="1640"/>
                  </a:cubicBezTo>
                  <a:cubicBezTo>
                    <a:pt x="6217" y="1640"/>
                    <a:pt x="6230" y="1638"/>
                    <a:pt x="6244" y="1635"/>
                  </a:cubicBezTo>
                  <a:lnTo>
                    <a:pt x="6195" y="1586"/>
                  </a:lnTo>
                  <a:cubicBezTo>
                    <a:pt x="6269" y="1586"/>
                    <a:pt x="6317" y="1635"/>
                    <a:pt x="6317" y="1684"/>
                  </a:cubicBezTo>
                  <a:lnTo>
                    <a:pt x="6269" y="1684"/>
                  </a:lnTo>
                  <a:cubicBezTo>
                    <a:pt x="6342" y="1708"/>
                    <a:pt x="6439" y="1732"/>
                    <a:pt x="6537" y="1732"/>
                  </a:cubicBezTo>
                  <a:lnTo>
                    <a:pt x="6488" y="1732"/>
                  </a:lnTo>
                  <a:cubicBezTo>
                    <a:pt x="6561" y="1732"/>
                    <a:pt x="6610" y="1757"/>
                    <a:pt x="6683" y="1757"/>
                  </a:cubicBezTo>
                  <a:cubicBezTo>
                    <a:pt x="6756" y="1781"/>
                    <a:pt x="6854" y="1805"/>
                    <a:pt x="6952" y="1854"/>
                  </a:cubicBezTo>
                  <a:cubicBezTo>
                    <a:pt x="7147" y="1903"/>
                    <a:pt x="7317" y="2001"/>
                    <a:pt x="7391" y="2025"/>
                  </a:cubicBezTo>
                  <a:lnTo>
                    <a:pt x="7366" y="1952"/>
                  </a:lnTo>
                  <a:lnTo>
                    <a:pt x="7488" y="1976"/>
                  </a:lnTo>
                  <a:cubicBezTo>
                    <a:pt x="7488" y="1976"/>
                    <a:pt x="7395" y="2051"/>
                    <a:pt x="7371" y="2053"/>
                  </a:cubicBezTo>
                  <a:lnTo>
                    <a:pt x="7371" y="2053"/>
                  </a:lnTo>
                  <a:lnTo>
                    <a:pt x="7366" y="2049"/>
                  </a:lnTo>
                  <a:lnTo>
                    <a:pt x="7366" y="2049"/>
                  </a:lnTo>
                  <a:cubicBezTo>
                    <a:pt x="7366" y="2052"/>
                    <a:pt x="7368" y="2053"/>
                    <a:pt x="7370" y="2053"/>
                  </a:cubicBezTo>
                  <a:cubicBezTo>
                    <a:pt x="7371" y="2053"/>
                    <a:pt x="7371" y="2053"/>
                    <a:pt x="7371" y="2053"/>
                  </a:cubicBezTo>
                  <a:lnTo>
                    <a:pt x="7371" y="2053"/>
                  </a:lnTo>
                  <a:lnTo>
                    <a:pt x="7464" y="2123"/>
                  </a:lnTo>
                  <a:lnTo>
                    <a:pt x="7610" y="2220"/>
                  </a:lnTo>
                  <a:cubicBezTo>
                    <a:pt x="7756" y="2318"/>
                    <a:pt x="7878" y="2415"/>
                    <a:pt x="8000" y="2537"/>
                  </a:cubicBezTo>
                  <a:cubicBezTo>
                    <a:pt x="8195" y="2708"/>
                    <a:pt x="8391" y="2927"/>
                    <a:pt x="8537" y="3147"/>
                  </a:cubicBezTo>
                  <a:cubicBezTo>
                    <a:pt x="8551" y="3191"/>
                    <a:pt x="8531" y="3200"/>
                    <a:pt x="8512" y="3200"/>
                  </a:cubicBezTo>
                  <a:cubicBezTo>
                    <a:pt x="8500" y="3200"/>
                    <a:pt x="8488" y="3196"/>
                    <a:pt x="8488" y="3196"/>
                  </a:cubicBezTo>
                  <a:lnTo>
                    <a:pt x="8488" y="3196"/>
                  </a:lnTo>
                  <a:cubicBezTo>
                    <a:pt x="8512" y="3232"/>
                    <a:pt x="8525" y="3232"/>
                    <a:pt x="8537" y="3232"/>
                  </a:cubicBezTo>
                  <a:cubicBezTo>
                    <a:pt x="8549" y="3232"/>
                    <a:pt x="8561" y="3232"/>
                    <a:pt x="8586" y="3269"/>
                  </a:cubicBezTo>
                  <a:cubicBezTo>
                    <a:pt x="8586" y="3277"/>
                    <a:pt x="8583" y="3280"/>
                    <a:pt x="8578" y="3280"/>
                  </a:cubicBezTo>
                  <a:cubicBezTo>
                    <a:pt x="8569" y="3280"/>
                    <a:pt x="8553" y="3269"/>
                    <a:pt x="8537" y="3269"/>
                  </a:cubicBezTo>
                  <a:cubicBezTo>
                    <a:pt x="8537" y="3269"/>
                    <a:pt x="8586" y="3342"/>
                    <a:pt x="8586" y="3342"/>
                  </a:cubicBezTo>
                  <a:cubicBezTo>
                    <a:pt x="8610" y="3318"/>
                    <a:pt x="8634" y="3269"/>
                    <a:pt x="8659" y="3244"/>
                  </a:cubicBezTo>
                  <a:lnTo>
                    <a:pt x="8708" y="3318"/>
                  </a:lnTo>
                  <a:lnTo>
                    <a:pt x="8683" y="3342"/>
                  </a:lnTo>
                  <a:cubicBezTo>
                    <a:pt x="8683" y="3366"/>
                    <a:pt x="8805" y="3342"/>
                    <a:pt x="8830" y="3440"/>
                  </a:cubicBezTo>
                  <a:cubicBezTo>
                    <a:pt x="8878" y="3562"/>
                    <a:pt x="8927" y="3610"/>
                    <a:pt x="8951" y="3708"/>
                  </a:cubicBezTo>
                  <a:cubicBezTo>
                    <a:pt x="9000" y="3781"/>
                    <a:pt x="9025" y="3854"/>
                    <a:pt x="9049" y="3952"/>
                  </a:cubicBezTo>
                  <a:cubicBezTo>
                    <a:pt x="9049" y="3952"/>
                    <a:pt x="9025" y="3927"/>
                    <a:pt x="9000" y="3903"/>
                  </a:cubicBezTo>
                  <a:cubicBezTo>
                    <a:pt x="9000" y="3927"/>
                    <a:pt x="9000" y="3952"/>
                    <a:pt x="9000" y="3976"/>
                  </a:cubicBezTo>
                  <a:cubicBezTo>
                    <a:pt x="9005" y="3966"/>
                    <a:pt x="9010" y="3962"/>
                    <a:pt x="9015" y="3962"/>
                  </a:cubicBezTo>
                  <a:cubicBezTo>
                    <a:pt x="9031" y="3962"/>
                    <a:pt x="9045" y="4004"/>
                    <a:pt x="9048" y="4004"/>
                  </a:cubicBezTo>
                  <a:cubicBezTo>
                    <a:pt x="9049" y="4004"/>
                    <a:pt x="9049" y="4003"/>
                    <a:pt x="9049" y="4001"/>
                  </a:cubicBezTo>
                  <a:cubicBezTo>
                    <a:pt x="9098" y="4049"/>
                    <a:pt x="9147" y="4098"/>
                    <a:pt x="9147" y="4171"/>
                  </a:cubicBezTo>
                  <a:cubicBezTo>
                    <a:pt x="9147" y="4244"/>
                    <a:pt x="9171" y="4318"/>
                    <a:pt x="9220" y="4366"/>
                  </a:cubicBezTo>
                  <a:cubicBezTo>
                    <a:pt x="9439" y="4366"/>
                    <a:pt x="9683" y="4391"/>
                    <a:pt x="9903" y="4440"/>
                  </a:cubicBezTo>
                  <a:cubicBezTo>
                    <a:pt x="10244" y="4488"/>
                    <a:pt x="10561" y="4586"/>
                    <a:pt x="10610" y="4586"/>
                  </a:cubicBezTo>
                  <a:cubicBezTo>
                    <a:pt x="10610" y="4635"/>
                    <a:pt x="10610" y="4683"/>
                    <a:pt x="10610" y="4732"/>
                  </a:cubicBezTo>
                  <a:cubicBezTo>
                    <a:pt x="10634" y="4683"/>
                    <a:pt x="10634" y="4610"/>
                    <a:pt x="10634" y="4537"/>
                  </a:cubicBezTo>
                  <a:lnTo>
                    <a:pt x="10586" y="4537"/>
                  </a:lnTo>
                  <a:cubicBezTo>
                    <a:pt x="10561" y="4391"/>
                    <a:pt x="10610" y="4513"/>
                    <a:pt x="10610" y="4366"/>
                  </a:cubicBezTo>
                  <a:cubicBezTo>
                    <a:pt x="10634" y="4366"/>
                    <a:pt x="10659" y="4488"/>
                    <a:pt x="10659" y="4610"/>
                  </a:cubicBezTo>
                  <a:cubicBezTo>
                    <a:pt x="10659" y="4488"/>
                    <a:pt x="10683" y="4391"/>
                    <a:pt x="10634" y="4342"/>
                  </a:cubicBezTo>
                  <a:cubicBezTo>
                    <a:pt x="10634" y="4293"/>
                    <a:pt x="10647" y="4293"/>
                    <a:pt x="10662" y="4293"/>
                  </a:cubicBezTo>
                  <a:cubicBezTo>
                    <a:pt x="10677" y="4293"/>
                    <a:pt x="10695" y="4293"/>
                    <a:pt x="10708" y="4244"/>
                  </a:cubicBezTo>
                  <a:cubicBezTo>
                    <a:pt x="10659" y="4147"/>
                    <a:pt x="10634" y="4049"/>
                    <a:pt x="10634" y="3952"/>
                  </a:cubicBezTo>
                  <a:cubicBezTo>
                    <a:pt x="10634" y="3903"/>
                    <a:pt x="10610" y="3854"/>
                    <a:pt x="10610" y="3805"/>
                  </a:cubicBezTo>
                  <a:cubicBezTo>
                    <a:pt x="10586" y="3757"/>
                    <a:pt x="10561" y="3732"/>
                    <a:pt x="10561" y="3683"/>
                  </a:cubicBezTo>
                  <a:cubicBezTo>
                    <a:pt x="10512" y="3610"/>
                    <a:pt x="10464" y="3537"/>
                    <a:pt x="10464" y="3440"/>
                  </a:cubicBezTo>
                  <a:lnTo>
                    <a:pt x="10464" y="3440"/>
                  </a:lnTo>
                  <a:lnTo>
                    <a:pt x="10488" y="3464"/>
                  </a:lnTo>
                  <a:cubicBezTo>
                    <a:pt x="10488" y="3391"/>
                    <a:pt x="10390" y="3269"/>
                    <a:pt x="10366" y="3147"/>
                  </a:cubicBezTo>
                  <a:cubicBezTo>
                    <a:pt x="10366" y="3174"/>
                    <a:pt x="10366" y="3193"/>
                    <a:pt x="10362" y="3193"/>
                  </a:cubicBezTo>
                  <a:cubicBezTo>
                    <a:pt x="10359" y="3193"/>
                    <a:pt x="10353" y="3180"/>
                    <a:pt x="10342" y="3147"/>
                  </a:cubicBezTo>
                  <a:cubicBezTo>
                    <a:pt x="10293" y="3025"/>
                    <a:pt x="10244" y="2952"/>
                    <a:pt x="10220" y="2854"/>
                  </a:cubicBezTo>
                  <a:lnTo>
                    <a:pt x="10122" y="2781"/>
                  </a:lnTo>
                  <a:cubicBezTo>
                    <a:pt x="9903" y="2391"/>
                    <a:pt x="9634" y="2025"/>
                    <a:pt x="9317" y="1708"/>
                  </a:cubicBezTo>
                  <a:cubicBezTo>
                    <a:pt x="9220" y="1610"/>
                    <a:pt x="9122" y="1513"/>
                    <a:pt x="9000" y="1415"/>
                  </a:cubicBezTo>
                  <a:lnTo>
                    <a:pt x="8708" y="1171"/>
                  </a:lnTo>
                  <a:cubicBezTo>
                    <a:pt x="8537" y="1049"/>
                    <a:pt x="8366" y="927"/>
                    <a:pt x="8293" y="854"/>
                  </a:cubicBezTo>
                  <a:cubicBezTo>
                    <a:pt x="7878" y="586"/>
                    <a:pt x="7464" y="391"/>
                    <a:pt x="7025" y="220"/>
                  </a:cubicBezTo>
                  <a:lnTo>
                    <a:pt x="6634" y="98"/>
                  </a:lnTo>
                  <a:lnTo>
                    <a:pt x="6220" y="25"/>
                  </a:lnTo>
                  <a:cubicBezTo>
                    <a:pt x="6110" y="13"/>
                    <a:pt x="5994" y="7"/>
                    <a:pt x="5878" y="7"/>
                  </a:cubicBezTo>
                  <a:cubicBezTo>
                    <a:pt x="5763" y="7"/>
                    <a:pt x="5647" y="13"/>
                    <a:pt x="5537" y="25"/>
                  </a:cubicBezTo>
                  <a:cubicBezTo>
                    <a:pt x="5415" y="1"/>
                    <a:pt x="5293" y="1"/>
                    <a:pt x="5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2" name="Google Shape;1462;p53"/>
          <p:cNvSpPr/>
          <p:nvPr/>
        </p:nvSpPr>
        <p:spPr>
          <a:xfrm rot="-8386467">
            <a:off x="4619495" y="4571597"/>
            <a:ext cx="516943" cy="353961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53"/>
          <p:cNvSpPr/>
          <p:nvPr/>
        </p:nvSpPr>
        <p:spPr>
          <a:xfrm rot="-8386467">
            <a:off x="5294249" y="4997114"/>
            <a:ext cx="465102" cy="329496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53"/>
          <p:cNvSpPr/>
          <p:nvPr/>
        </p:nvSpPr>
        <p:spPr>
          <a:xfrm rot="-8386467">
            <a:off x="4675223" y="5074373"/>
            <a:ext cx="536895" cy="362989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53"/>
          <p:cNvSpPr/>
          <p:nvPr/>
        </p:nvSpPr>
        <p:spPr>
          <a:xfrm rot="-8386467">
            <a:off x="5058314" y="4238095"/>
            <a:ext cx="521751" cy="434782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6" name="Google Shape;1466;p53"/>
          <p:cNvGrpSpPr/>
          <p:nvPr/>
        </p:nvGrpSpPr>
        <p:grpSpPr>
          <a:xfrm>
            <a:off x="-503428" y="1970722"/>
            <a:ext cx="967449" cy="1216804"/>
            <a:chOff x="632000" y="3011150"/>
            <a:chExt cx="212225" cy="266925"/>
          </a:xfrm>
        </p:grpSpPr>
        <p:sp>
          <p:nvSpPr>
            <p:cNvPr id="1467" name="Google Shape;1467;p53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53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53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53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53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53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53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53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53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53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53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53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53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0" name="Google Shape;1480;p53"/>
          <p:cNvSpPr/>
          <p:nvPr/>
        </p:nvSpPr>
        <p:spPr>
          <a:xfrm flipH="1" rot="8386467">
            <a:off x="9039563" y="780922"/>
            <a:ext cx="516943" cy="353961"/>
          </a:xfrm>
          <a:custGeom>
            <a:rect b="b" l="l" r="r" t="t"/>
            <a:pathLst>
              <a:path extrusionOk="0" h="10822" w="15805">
                <a:moveTo>
                  <a:pt x="7854" y="2001"/>
                </a:moveTo>
                <a:cubicBezTo>
                  <a:pt x="7869" y="2001"/>
                  <a:pt x="7884" y="2001"/>
                  <a:pt x="7900" y="2002"/>
                </a:cubicBezTo>
                <a:lnTo>
                  <a:pt x="7900" y="2002"/>
                </a:lnTo>
                <a:cubicBezTo>
                  <a:pt x="7889" y="2001"/>
                  <a:pt x="7873" y="2001"/>
                  <a:pt x="7854" y="2001"/>
                </a:cubicBezTo>
                <a:close/>
                <a:moveTo>
                  <a:pt x="13171" y="2903"/>
                </a:moveTo>
                <a:lnTo>
                  <a:pt x="13171" y="2952"/>
                </a:lnTo>
                <a:lnTo>
                  <a:pt x="13171" y="3025"/>
                </a:lnTo>
                <a:lnTo>
                  <a:pt x="13154" y="3074"/>
                </a:lnTo>
                <a:lnTo>
                  <a:pt x="13154" y="3074"/>
                </a:lnTo>
                <a:cubicBezTo>
                  <a:pt x="13164" y="3017"/>
                  <a:pt x="13171" y="2954"/>
                  <a:pt x="13171" y="2903"/>
                </a:cubicBezTo>
                <a:close/>
                <a:moveTo>
                  <a:pt x="8153" y="5196"/>
                </a:moveTo>
                <a:lnTo>
                  <a:pt x="8153" y="5196"/>
                </a:lnTo>
                <a:cubicBezTo>
                  <a:pt x="8149" y="5204"/>
                  <a:pt x="8146" y="5212"/>
                  <a:pt x="8146" y="5220"/>
                </a:cubicBezTo>
                <a:lnTo>
                  <a:pt x="8146" y="5220"/>
                </a:lnTo>
                <a:cubicBezTo>
                  <a:pt x="8146" y="5198"/>
                  <a:pt x="8166" y="5196"/>
                  <a:pt x="8153" y="5196"/>
                </a:cubicBezTo>
                <a:close/>
                <a:moveTo>
                  <a:pt x="8121" y="5341"/>
                </a:moveTo>
                <a:cubicBezTo>
                  <a:pt x="8121" y="5342"/>
                  <a:pt x="8121" y="5343"/>
                  <a:pt x="8121" y="5344"/>
                </a:cubicBezTo>
                <a:lnTo>
                  <a:pt x="8121" y="5344"/>
                </a:lnTo>
                <a:lnTo>
                  <a:pt x="8122" y="5342"/>
                </a:lnTo>
                <a:cubicBezTo>
                  <a:pt x="8122" y="5342"/>
                  <a:pt x="8121" y="5341"/>
                  <a:pt x="8121" y="5341"/>
                </a:cubicBezTo>
                <a:close/>
                <a:moveTo>
                  <a:pt x="8121" y="5344"/>
                </a:moveTo>
                <a:lnTo>
                  <a:pt x="8118" y="5352"/>
                </a:lnTo>
                <a:lnTo>
                  <a:pt x="8122" y="5366"/>
                </a:lnTo>
                <a:cubicBezTo>
                  <a:pt x="8122" y="5359"/>
                  <a:pt x="8122" y="5351"/>
                  <a:pt x="8121" y="5344"/>
                </a:cubicBezTo>
                <a:close/>
                <a:moveTo>
                  <a:pt x="15778" y="6025"/>
                </a:moveTo>
                <a:cubicBezTo>
                  <a:pt x="15779" y="6032"/>
                  <a:pt x="15779" y="6039"/>
                  <a:pt x="15780" y="6047"/>
                </a:cubicBezTo>
                <a:lnTo>
                  <a:pt x="15780" y="6047"/>
                </a:lnTo>
                <a:cubicBezTo>
                  <a:pt x="15780" y="6039"/>
                  <a:pt x="15780" y="6032"/>
                  <a:pt x="15780" y="6025"/>
                </a:cubicBezTo>
                <a:cubicBezTo>
                  <a:pt x="15779" y="6025"/>
                  <a:pt x="15779" y="6025"/>
                  <a:pt x="15778" y="6025"/>
                </a:cubicBezTo>
                <a:close/>
                <a:moveTo>
                  <a:pt x="11988" y="6067"/>
                </a:moveTo>
                <a:cubicBezTo>
                  <a:pt x="11983" y="6078"/>
                  <a:pt x="11979" y="6088"/>
                  <a:pt x="11975" y="6098"/>
                </a:cubicBezTo>
                <a:cubicBezTo>
                  <a:pt x="11982" y="6092"/>
                  <a:pt x="11985" y="6081"/>
                  <a:pt x="11988" y="6067"/>
                </a:cubicBezTo>
                <a:close/>
                <a:moveTo>
                  <a:pt x="15780" y="6047"/>
                </a:moveTo>
                <a:cubicBezTo>
                  <a:pt x="15780" y="6137"/>
                  <a:pt x="15780" y="6229"/>
                  <a:pt x="15780" y="6342"/>
                </a:cubicBezTo>
                <a:cubicBezTo>
                  <a:pt x="15796" y="6249"/>
                  <a:pt x="15792" y="6147"/>
                  <a:pt x="15780" y="6047"/>
                </a:cubicBezTo>
                <a:close/>
                <a:moveTo>
                  <a:pt x="1965" y="9973"/>
                </a:moveTo>
                <a:cubicBezTo>
                  <a:pt x="1968" y="9973"/>
                  <a:pt x="1972" y="9974"/>
                  <a:pt x="1976" y="9976"/>
                </a:cubicBezTo>
                <a:cubicBezTo>
                  <a:pt x="2021" y="9998"/>
                  <a:pt x="1962" y="10063"/>
                  <a:pt x="1933" y="10130"/>
                </a:cubicBezTo>
                <a:lnTo>
                  <a:pt x="1933" y="10130"/>
                </a:lnTo>
                <a:cubicBezTo>
                  <a:pt x="1952" y="10027"/>
                  <a:pt x="1944" y="9973"/>
                  <a:pt x="1965" y="9973"/>
                </a:cubicBezTo>
                <a:close/>
                <a:moveTo>
                  <a:pt x="1925" y="10167"/>
                </a:moveTo>
                <a:cubicBezTo>
                  <a:pt x="1923" y="10190"/>
                  <a:pt x="1915" y="10213"/>
                  <a:pt x="1906" y="10239"/>
                </a:cubicBezTo>
                <a:lnTo>
                  <a:pt x="1906" y="10239"/>
                </a:lnTo>
                <a:cubicBezTo>
                  <a:pt x="1914" y="10214"/>
                  <a:pt x="1920" y="10190"/>
                  <a:pt x="1925" y="10167"/>
                </a:cubicBezTo>
                <a:close/>
                <a:moveTo>
                  <a:pt x="12610" y="1"/>
                </a:moveTo>
                <a:cubicBezTo>
                  <a:pt x="12414" y="171"/>
                  <a:pt x="12244" y="366"/>
                  <a:pt x="12097" y="562"/>
                </a:cubicBezTo>
                <a:lnTo>
                  <a:pt x="11951" y="732"/>
                </a:lnTo>
                <a:lnTo>
                  <a:pt x="11902" y="830"/>
                </a:lnTo>
                <a:cubicBezTo>
                  <a:pt x="11878" y="854"/>
                  <a:pt x="11853" y="879"/>
                  <a:pt x="11829" y="927"/>
                </a:cubicBezTo>
                <a:lnTo>
                  <a:pt x="11585" y="1342"/>
                </a:lnTo>
                <a:cubicBezTo>
                  <a:pt x="11488" y="1488"/>
                  <a:pt x="11414" y="1659"/>
                  <a:pt x="11366" y="1830"/>
                </a:cubicBezTo>
                <a:cubicBezTo>
                  <a:pt x="11293" y="1976"/>
                  <a:pt x="11195" y="2123"/>
                  <a:pt x="11146" y="2318"/>
                </a:cubicBezTo>
                <a:cubicBezTo>
                  <a:pt x="11097" y="2488"/>
                  <a:pt x="11024" y="2659"/>
                  <a:pt x="10975" y="2830"/>
                </a:cubicBezTo>
                <a:lnTo>
                  <a:pt x="10927" y="2952"/>
                </a:lnTo>
                <a:cubicBezTo>
                  <a:pt x="10927" y="3001"/>
                  <a:pt x="10902" y="3049"/>
                  <a:pt x="10878" y="3074"/>
                </a:cubicBezTo>
                <a:cubicBezTo>
                  <a:pt x="10878" y="3074"/>
                  <a:pt x="10853" y="3171"/>
                  <a:pt x="10853" y="3220"/>
                </a:cubicBezTo>
                <a:cubicBezTo>
                  <a:pt x="10732" y="3586"/>
                  <a:pt x="10658" y="3927"/>
                  <a:pt x="10561" y="4220"/>
                </a:cubicBezTo>
                <a:cubicBezTo>
                  <a:pt x="10536" y="4342"/>
                  <a:pt x="10512" y="4464"/>
                  <a:pt x="10488" y="4586"/>
                </a:cubicBezTo>
                <a:lnTo>
                  <a:pt x="10488" y="4610"/>
                </a:lnTo>
                <a:cubicBezTo>
                  <a:pt x="10463" y="4659"/>
                  <a:pt x="10463" y="4708"/>
                  <a:pt x="10439" y="4757"/>
                </a:cubicBezTo>
                <a:cubicBezTo>
                  <a:pt x="10414" y="4805"/>
                  <a:pt x="10414" y="4854"/>
                  <a:pt x="10390" y="4903"/>
                </a:cubicBezTo>
                <a:cubicBezTo>
                  <a:pt x="10366" y="4854"/>
                  <a:pt x="10341" y="4830"/>
                  <a:pt x="10317" y="4805"/>
                </a:cubicBezTo>
                <a:cubicBezTo>
                  <a:pt x="10293" y="4757"/>
                  <a:pt x="10268" y="4732"/>
                  <a:pt x="10244" y="4708"/>
                </a:cubicBezTo>
                <a:lnTo>
                  <a:pt x="10219" y="4635"/>
                </a:lnTo>
                <a:lnTo>
                  <a:pt x="10171" y="4561"/>
                </a:lnTo>
                <a:cubicBezTo>
                  <a:pt x="10122" y="4464"/>
                  <a:pt x="10097" y="4391"/>
                  <a:pt x="10049" y="4293"/>
                </a:cubicBezTo>
                <a:cubicBezTo>
                  <a:pt x="9927" y="4074"/>
                  <a:pt x="9829" y="3830"/>
                  <a:pt x="9707" y="3610"/>
                </a:cubicBezTo>
                <a:cubicBezTo>
                  <a:pt x="9658" y="3513"/>
                  <a:pt x="9610" y="3415"/>
                  <a:pt x="9536" y="3318"/>
                </a:cubicBezTo>
                <a:lnTo>
                  <a:pt x="9366" y="3025"/>
                </a:lnTo>
                <a:cubicBezTo>
                  <a:pt x="9268" y="2854"/>
                  <a:pt x="9146" y="2683"/>
                  <a:pt x="9049" y="2513"/>
                </a:cubicBezTo>
                <a:cubicBezTo>
                  <a:pt x="8951" y="2342"/>
                  <a:pt x="8829" y="2220"/>
                  <a:pt x="8732" y="2074"/>
                </a:cubicBezTo>
                <a:lnTo>
                  <a:pt x="8585" y="2074"/>
                </a:lnTo>
                <a:cubicBezTo>
                  <a:pt x="8512" y="2074"/>
                  <a:pt x="8439" y="2049"/>
                  <a:pt x="8366" y="2049"/>
                </a:cubicBezTo>
                <a:cubicBezTo>
                  <a:pt x="8317" y="2025"/>
                  <a:pt x="8244" y="2025"/>
                  <a:pt x="8195" y="2025"/>
                </a:cubicBezTo>
                <a:cubicBezTo>
                  <a:pt x="8092" y="2025"/>
                  <a:pt x="7989" y="2008"/>
                  <a:pt x="7900" y="2002"/>
                </a:cubicBezTo>
                <a:lnTo>
                  <a:pt x="7900" y="2002"/>
                </a:lnTo>
                <a:cubicBezTo>
                  <a:pt x="7918" y="2004"/>
                  <a:pt x="7927" y="2010"/>
                  <a:pt x="7927" y="2025"/>
                </a:cubicBezTo>
                <a:lnTo>
                  <a:pt x="7829" y="2025"/>
                </a:lnTo>
                <a:cubicBezTo>
                  <a:pt x="7561" y="2123"/>
                  <a:pt x="7536" y="2147"/>
                  <a:pt x="7536" y="2147"/>
                </a:cubicBezTo>
                <a:cubicBezTo>
                  <a:pt x="7536" y="2171"/>
                  <a:pt x="7536" y="2147"/>
                  <a:pt x="7488" y="2196"/>
                </a:cubicBezTo>
                <a:lnTo>
                  <a:pt x="7390" y="2244"/>
                </a:lnTo>
                <a:cubicBezTo>
                  <a:pt x="7341" y="2269"/>
                  <a:pt x="7268" y="2293"/>
                  <a:pt x="7195" y="2318"/>
                </a:cubicBezTo>
                <a:lnTo>
                  <a:pt x="7000" y="2415"/>
                </a:lnTo>
                <a:cubicBezTo>
                  <a:pt x="6927" y="2610"/>
                  <a:pt x="6829" y="2830"/>
                  <a:pt x="6732" y="3098"/>
                </a:cubicBezTo>
                <a:cubicBezTo>
                  <a:pt x="6683" y="3244"/>
                  <a:pt x="6634" y="3391"/>
                  <a:pt x="6585" y="3537"/>
                </a:cubicBezTo>
                <a:lnTo>
                  <a:pt x="6415" y="4025"/>
                </a:lnTo>
                <a:cubicBezTo>
                  <a:pt x="6366" y="4171"/>
                  <a:pt x="6317" y="4366"/>
                  <a:pt x="6244" y="4537"/>
                </a:cubicBezTo>
                <a:lnTo>
                  <a:pt x="6219" y="4659"/>
                </a:lnTo>
                <a:lnTo>
                  <a:pt x="6171" y="4781"/>
                </a:lnTo>
                <a:lnTo>
                  <a:pt x="6122" y="4927"/>
                </a:lnTo>
                <a:lnTo>
                  <a:pt x="5927" y="5610"/>
                </a:lnTo>
                <a:lnTo>
                  <a:pt x="5732" y="6244"/>
                </a:lnTo>
                <a:cubicBezTo>
                  <a:pt x="5707" y="6366"/>
                  <a:pt x="5658" y="6464"/>
                  <a:pt x="5634" y="6561"/>
                </a:cubicBezTo>
                <a:cubicBezTo>
                  <a:pt x="5585" y="6659"/>
                  <a:pt x="5561" y="6732"/>
                  <a:pt x="5537" y="6830"/>
                </a:cubicBezTo>
                <a:cubicBezTo>
                  <a:pt x="5512" y="6903"/>
                  <a:pt x="5463" y="6976"/>
                  <a:pt x="5439" y="7049"/>
                </a:cubicBezTo>
                <a:cubicBezTo>
                  <a:pt x="5415" y="7074"/>
                  <a:pt x="5390" y="7098"/>
                  <a:pt x="5390" y="7122"/>
                </a:cubicBezTo>
                <a:cubicBezTo>
                  <a:pt x="5390" y="7147"/>
                  <a:pt x="5366" y="7196"/>
                  <a:pt x="5341" y="7244"/>
                </a:cubicBezTo>
                <a:cubicBezTo>
                  <a:pt x="5317" y="7220"/>
                  <a:pt x="5268" y="7147"/>
                  <a:pt x="5219" y="7122"/>
                </a:cubicBezTo>
                <a:cubicBezTo>
                  <a:pt x="5219" y="7098"/>
                  <a:pt x="5195" y="7098"/>
                  <a:pt x="5195" y="7098"/>
                </a:cubicBezTo>
                <a:cubicBezTo>
                  <a:pt x="5146" y="7074"/>
                  <a:pt x="5122" y="7025"/>
                  <a:pt x="5098" y="7000"/>
                </a:cubicBezTo>
                <a:cubicBezTo>
                  <a:pt x="5000" y="6854"/>
                  <a:pt x="4878" y="6683"/>
                  <a:pt x="4756" y="6488"/>
                </a:cubicBezTo>
                <a:cubicBezTo>
                  <a:pt x="4659" y="6342"/>
                  <a:pt x="4537" y="6220"/>
                  <a:pt x="4439" y="6074"/>
                </a:cubicBezTo>
                <a:lnTo>
                  <a:pt x="4195" y="5708"/>
                </a:lnTo>
                <a:cubicBezTo>
                  <a:pt x="4098" y="5586"/>
                  <a:pt x="4000" y="5488"/>
                  <a:pt x="3902" y="5366"/>
                </a:cubicBezTo>
                <a:lnTo>
                  <a:pt x="3390" y="4757"/>
                </a:lnTo>
                <a:cubicBezTo>
                  <a:pt x="3220" y="4561"/>
                  <a:pt x="3049" y="4415"/>
                  <a:pt x="2927" y="4269"/>
                </a:cubicBezTo>
                <a:lnTo>
                  <a:pt x="2488" y="4293"/>
                </a:lnTo>
                <a:lnTo>
                  <a:pt x="2024" y="4293"/>
                </a:lnTo>
                <a:lnTo>
                  <a:pt x="1902" y="4342"/>
                </a:lnTo>
                <a:cubicBezTo>
                  <a:pt x="1951" y="4366"/>
                  <a:pt x="1683" y="4586"/>
                  <a:pt x="1561" y="4635"/>
                </a:cubicBezTo>
                <a:lnTo>
                  <a:pt x="1293" y="4805"/>
                </a:lnTo>
                <a:cubicBezTo>
                  <a:pt x="1244" y="5025"/>
                  <a:pt x="1195" y="5269"/>
                  <a:pt x="1146" y="5513"/>
                </a:cubicBezTo>
                <a:cubicBezTo>
                  <a:pt x="1073" y="5781"/>
                  <a:pt x="1049" y="6025"/>
                  <a:pt x="1000" y="6269"/>
                </a:cubicBezTo>
                <a:lnTo>
                  <a:pt x="951" y="6220"/>
                </a:lnTo>
                <a:cubicBezTo>
                  <a:pt x="829" y="6903"/>
                  <a:pt x="756" y="7391"/>
                  <a:pt x="707" y="7659"/>
                </a:cubicBezTo>
                <a:cubicBezTo>
                  <a:pt x="585" y="8196"/>
                  <a:pt x="366" y="9000"/>
                  <a:pt x="244" y="9708"/>
                </a:cubicBezTo>
                <a:lnTo>
                  <a:pt x="220" y="9781"/>
                </a:lnTo>
                <a:cubicBezTo>
                  <a:pt x="195" y="9805"/>
                  <a:pt x="146" y="9854"/>
                  <a:pt x="122" y="9903"/>
                </a:cubicBezTo>
                <a:lnTo>
                  <a:pt x="0" y="10098"/>
                </a:lnTo>
                <a:lnTo>
                  <a:pt x="0" y="10171"/>
                </a:lnTo>
                <a:cubicBezTo>
                  <a:pt x="220" y="10366"/>
                  <a:pt x="439" y="10513"/>
                  <a:pt x="683" y="10659"/>
                </a:cubicBezTo>
                <a:cubicBezTo>
                  <a:pt x="856" y="10751"/>
                  <a:pt x="1050" y="10821"/>
                  <a:pt x="1235" y="10821"/>
                </a:cubicBezTo>
                <a:cubicBezTo>
                  <a:pt x="1443" y="10821"/>
                  <a:pt x="1639" y="10733"/>
                  <a:pt x="1781" y="10488"/>
                </a:cubicBezTo>
                <a:lnTo>
                  <a:pt x="1829" y="10513"/>
                </a:lnTo>
                <a:lnTo>
                  <a:pt x="1878" y="10317"/>
                </a:lnTo>
                <a:cubicBezTo>
                  <a:pt x="1915" y="10225"/>
                  <a:pt x="1934" y="10192"/>
                  <a:pt x="1944" y="10192"/>
                </a:cubicBezTo>
                <a:cubicBezTo>
                  <a:pt x="1961" y="10192"/>
                  <a:pt x="1951" y="10281"/>
                  <a:pt x="1951" y="10342"/>
                </a:cubicBezTo>
                <a:cubicBezTo>
                  <a:pt x="1976" y="10244"/>
                  <a:pt x="2000" y="10147"/>
                  <a:pt x="2024" y="10074"/>
                </a:cubicBezTo>
                <a:cubicBezTo>
                  <a:pt x="2031" y="10055"/>
                  <a:pt x="2032" y="10047"/>
                  <a:pt x="2031" y="10047"/>
                </a:cubicBezTo>
                <a:lnTo>
                  <a:pt x="2031" y="10047"/>
                </a:lnTo>
                <a:cubicBezTo>
                  <a:pt x="2027" y="10047"/>
                  <a:pt x="2000" y="10110"/>
                  <a:pt x="2000" y="10147"/>
                </a:cubicBezTo>
                <a:cubicBezTo>
                  <a:pt x="2000" y="9976"/>
                  <a:pt x="2024" y="9830"/>
                  <a:pt x="2073" y="9659"/>
                </a:cubicBezTo>
                <a:cubicBezTo>
                  <a:pt x="2122" y="9415"/>
                  <a:pt x="2146" y="9659"/>
                  <a:pt x="2195" y="9391"/>
                </a:cubicBezTo>
                <a:cubicBezTo>
                  <a:pt x="2341" y="8805"/>
                  <a:pt x="2463" y="8220"/>
                  <a:pt x="2561" y="7683"/>
                </a:cubicBezTo>
                <a:lnTo>
                  <a:pt x="2659" y="7269"/>
                </a:lnTo>
                <a:lnTo>
                  <a:pt x="2659" y="7244"/>
                </a:lnTo>
                <a:lnTo>
                  <a:pt x="2683" y="7196"/>
                </a:lnTo>
                <a:lnTo>
                  <a:pt x="2707" y="7196"/>
                </a:lnTo>
                <a:cubicBezTo>
                  <a:pt x="2707" y="7244"/>
                  <a:pt x="2707" y="7269"/>
                  <a:pt x="2707" y="7293"/>
                </a:cubicBezTo>
                <a:cubicBezTo>
                  <a:pt x="2707" y="7281"/>
                  <a:pt x="2707" y="7275"/>
                  <a:pt x="2710" y="7275"/>
                </a:cubicBezTo>
                <a:cubicBezTo>
                  <a:pt x="2713" y="7275"/>
                  <a:pt x="2720" y="7281"/>
                  <a:pt x="2732" y="7293"/>
                </a:cubicBezTo>
                <a:cubicBezTo>
                  <a:pt x="2902" y="7513"/>
                  <a:pt x="3073" y="7757"/>
                  <a:pt x="3195" y="7927"/>
                </a:cubicBezTo>
                <a:lnTo>
                  <a:pt x="3293" y="8074"/>
                </a:lnTo>
                <a:lnTo>
                  <a:pt x="3341" y="8122"/>
                </a:lnTo>
                <a:lnTo>
                  <a:pt x="3366" y="8171"/>
                </a:lnTo>
                <a:lnTo>
                  <a:pt x="3537" y="8293"/>
                </a:lnTo>
                <a:lnTo>
                  <a:pt x="3634" y="8293"/>
                </a:lnTo>
                <a:cubicBezTo>
                  <a:pt x="4122" y="8952"/>
                  <a:pt x="3732" y="8561"/>
                  <a:pt x="4219" y="9171"/>
                </a:cubicBezTo>
                <a:cubicBezTo>
                  <a:pt x="4415" y="9317"/>
                  <a:pt x="4610" y="9513"/>
                  <a:pt x="4756" y="9708"/>
                </a:cubicBezTo>
                <a:lnTo>
                  <a:pt x="5049" y="9708"/>
                </a:lnTo>
                <a:cubicBezTo>
                  <a:pt x="5098" y="9708"/>
                  <a:pt x="5146" y="9708"/>
                  <a:pt x="5195" y="9683"/>
                </a:cubicBezTo>
                <a:cubicBezTo>
                  <a:pt x="5195" y="9683"/>
                  <a:pt x="5366" y="9683"/>
                  <a:pt x="5366" y="9708"/>
                </a:cubicBezTo>
                <a:cubicBezTo>
                  <a:pt x="5415" y="9659"/>
                  <a:pt x="5537" y="9683"/>
                  <a:pt x="5658" y="9659"/>
                </a:cubicBezTo>
                <a:lnTo>
                  <a:pt x="5878" y="9610"/>
                </a:lnTo>
                <a:cubicBezTo>
                  <a:pt x="5976" y="9610"/>
                  <a:pt x="6024" y="9610"/>
                  <a:pt x="5902" y="9635"/>
                </a:cubicBezTo>
                <a:lnTo>
                  <a:pt x="6561" y="9537"/>
                </a:lnTo>
                <a:cubicBezTo>
                  <a:pt x="6683" y="9269"/>
                  <a:pt x="6829" y="8976"/>
                  <a:pt x="6976" y="8635"/>
                </a:cubicBezTo>
                <a:cubicBezTo>
                  <a:pt x="7049" y="8488"/>
                  <a:pt x="7122" y="8317"/>
                  <a:pt x="7219" y="8147"/>
                </a:cubicBezTo>
                <a:cubicBezTo>
                  <a:pt x="7293" y="7952"/>
                  <a:pt x="7341" y="7757"/>
                  <a:pt x="7415" y="7561"/>
                </a:cubicBezTo>
                <a:lnTo>
                  <a:pt x="7536" y="7220"/>
                </a:lnTo>
                <a:cubicBezTo>
                  <a:pt x="7585" y="7098"/>
                  <a:pt x="7610" y="7000"/>
                  <a:pt x="7658" y="6878"/>
                </a:cubicBezTo>
                <a:cubicBezTo>
                  <a:pt x="7707" y="6659"/>
                  <a:pt x="7780" y="6439"/>
                  <a:pt x="7854" y="6220"/>
                </a:cubicBezTo>
                <a:cubicBezTo>
                  <a:pt x="7927" y="6000"/>
                  <a:pt x="7976" y="5805"/>
                  <a:pt x="8024" y="5610"/>
                </a:cubicBezTo>
                <a:lnTo>
                  <a:pt x="8118" y="5352"/>
                </a:lnTo>
                <a:lnTo>
                  <a:pt x="8114" y="5334"/>
                </a:lnTo>
                <a:lnTo>
                  <a:pt x="8114" y="5334"/>
                </a:lnTo>
                <a:cubicBezTo>
                  <a:pt x="8116" y="5336"/>
                  <a:pt x="8118" y="5338"/>
                  <a:pt x="8121" y="5341"/>
                </a:cubicBezTo>
                <a:lnTo>
                  <a:pt x="8121" y="5341"/>
                </a:lnTo>
                <a:cubicBezTo>
                  <a:pt x="8119" y="5328"/>
                  <a:pt x="8115" y="5316"/>
                  <a:pt x="8106" y="5303"/>
                </a:cubicBezTo>
                <a:lnTo>
                  <a:pt x="8106" y="5303"/>
                </a:lnTo>
                <a:lnTo>
                  <a:pt x="8114" y="5334"/>
                </a:lnTo>
                <a:lnTo>
                  <a:pt x="8114" y="5334"/>
                </a:lnTo>
                <a:cubicBezTo>
                  <a:pt x="8097" y="5318"/>
                  <a:pt x="8097" y="5318"/>
                  <a:pt x="8094" y="5318"/>
                </a:cubicBezTo>
                <a:cubicBezTo>
                  <a:pt x="8091" y="5318"/>
                  <a:pt x="8085" y="5318"/>
                  <a:pt x="8049" y="5293"/>
                </a:cubicBezTo>
                <a:cubicBezTo>
                  <a:pt x="8012" y="5257"/>
                  <a:pt x="8012" y="5257"/>
                  <a:pt x="8021" y="5257"/>
                </a:cubicBezTo>
                <a:cubicBezTo>
                  <a:pt x="8030" y="5257"/>
                  <a:pt x="8049" y="5257"/>
                  <a:pt x="8049" y="5220"/>
                </a:cubicBezTo>
                <a:cubicBezTo>
                  <a:pt x="8097" y="5293"/>
                  <a:pt x="8097" y="5269"/>
                  <a:pt x="8097" y="5293"/>
                </a:cubicBezTo>
                <a:cubicBezTo>
                  <a:pt x="8101" y="5296"/>
                  <a:pt x="8104" y="5300"/>
                  <a:pt x="8106" y="5303"/>
                </a:cubicBezTo>
                <a:lnTo>
                  <a:pt x="8106" y="5303"/>
                </a:lnTo>
                <a:lnTo>
                  <a:pt x="8097" y="5269"/>
                </a:lnTo>
                <a:lnTo>
                  <a:pt x="8122" y="5318"/>
                </a:lnTo>
                <a:lnTo>
                  <a:pt x="8122" y="5293"/>
                </a:lnTo>
                <a:cubicBezTo>
                  <a:pt x="8122" y="5296"/>
                  <a:pt x="8122" y="5297"/>
                  <a:pt x="8123" y="5297"/>
                </a:cubicBezTo>
                <a:cubicBezTo>
                  <a:pt x="8127" y="5297"/>
                  <a:pt x="8146" y="5217"/>
                  <a:pt x="8146" y="5196"/>
                </a:cubicBezTo>
                <a:cubicBezTo>
                  <a:pt x="8149" y="5196"/>
                  <a:pt x="8151" y="5196"/>
                  <a:pt x="8153" y="5196"/>
                </a:cubicBezTo>
                <a:lnTo>
                  <a:pt x="8153" y="5196"/>
                </a:lnTo>
                <a:cubicBezTo>
                  <a:pt x="8157" y="5186"/>
                  <a:pt x="8162" y="5177"/>
                  <a:pt x="8166" y="5168"/>
                </a:cubicBezTo>
                <a:lnTo>
                  <a:pt x="8166" y="5168"/>
                </a:lnTo>
                <a:cubicBezTo>
                  <a:pt x="8165" y="5179"/>
                  <a:pt x="8169" y="5182"/>
                  <a:pt x="8173" y="5182"/>
                </a:cubicBezTo>
                <a:cubicBezTo>
                  <a:pt x="8179" y="5182"/>
                  <a:pt x="8186" y="5177"/>
                  <a:pt x="8188" y="5177"/>
                </a:cubicBezTo>
                <a:cubicBezTo>
                  <a:pt x="8189" y="5177"/>
                  <a:pt x="8185" y="5181"/>
                  <a:pt x="8171" y="5196"/>
                </a:cubicBezTo>
                <a:cubicBezTo>
                  <a:pt x="8171" y="5196"/>
                  <a:pt x="8181" y="5228"/>
                  <a:pt x="8203" y="5228"/>
                </a:cubicBezTo>
                <a:cubicBezTo>
                  <a:pt x="8214" y="5228"/>
                  <a:pt x="8228" y="5220"/>
                  <a:pt x="8244" y="5196"/>
                </a:cubicBezTo>
                <a:lnTo>
                  <a:pt x="8244" y="5196"/>
                </a:lnTo>
                <a:cubicBezTo>
                  <a:pt x="8219" y="5244"/>
                  <a:pt x="8244" y="5293"/>
                  <a:pt x="8195" y="5293"/>
                </a:cubicBezTo>
                <a:cubicBezTo>
                  <a:pt x="8185" y="5288"/>
                  <a:pt x="8179" y="5286"/>
                  <a:pt x="8176" y="5286"/>
                </a:cubicBezTo>
                <a:cubicBezTo>
                  <a:pt x="8165" y="5286"/>
                  <a:pt x="8200" y="5318"/>
                  <a:pt x="8219" y="5318"/>
                </a:cubicBezTo>
                <a:cubicBezTo>
                  <a:pt x="8244" y="5366"/>
                  <a:pt x="8244" y="5391"/>
                  <a:pt x="8268" y="5440"/>
                </a:cubicBezTo>
                <a:lnTo>
                  <a:pt x="8293" y="5488"/>
                </a:lnTo>
                <a:lnTo>
                  <a:pt x="8293" y="5513"/>
                </a:lnTo>
                <a:lnTo>
                  <a:pt x="8317" y="5561"/>
                </a:lnTo>
                <a:cubicBezTo>
                  <a:pt x="8439" y="5757"/>
                  <a:pt x="8561" y="5952"/>
                  <a:pt x="8707" y="6122"/>
                </a:cubicBezTo>
                <a:lnTo>
                  <a:pt x="8610" y="5879"/>
                </a:lnTo>
                <a:lnTo>
                  <a:pt x="8756" y="6147"/>
                </a:lnTo>
                <a:cubicBezTo>
                  <a:pt x="8805" y="6244"/>
                  <a:pt x="8829" y="6318"/>
                  <a:pt x="8878" y="6391"/>
                </a:cubicBezTo>
                <a:cubicBezTo>
                  <a:pt x="8949" y="6486"/>
                  <a:pt x="8997" y="6604"/>
                  <a:pt x="9022" y="6746"/>
                </a:cubicBezTo>
                <a:lnTo>
                  <a:pt x="9022" y="6746"/>
                </a:lnTo>
                <a:lnTo>
                  <a:pt x="8805" y="6391"/>
                </a:lnTo>
                <a:lnTo>
                  <a:pt x="9024" y="6757"/>
                </a:lnTo>
                <a:cubicBezTo>
                  <a:pt x="9024" y="6753"/>
                  <a:pt x="9023" y="6749"/>
                  <a:pt x="9022" y="6746"/>
                </a:cubicBezTo>
                <a:lnTo>
                  <a:pt x="9022" y="6746"/>
                </a:lnTo>
                <a:lnTo>
                  <a:pt x="9268" y="7147"/>
                </a:lnTo>
                <a:cubicBezTo>
                  <a:pt x="9317" y="7269"/>
                  <a:pt x="9390" y="7366"/>
                  <a:pt x="9488" y="7464"/>
                </a:cubicBezTo>
                <a:lnTo>
                  <a:pt x="9707" y="7732"/>
                </a:lnTo>
                <a:lnTo>
                  <a:pt x="9634" y="7586"/>
                </a:lnTo>
                <a:lnTo>
                  <a:pt x="9634" y="7586"/>
                </a:lnTo>
                <a:cubicBezTo>
                  <a:pt x="9658" y="7610"/>
                  <a:pt x="9683" y="7659"/>
                  <a:pt x="9732" y="7708"/>
                </a:cubicBezTo>
                <a:lnTo>
                  <a:pt x="10146" y="7708"/>
                </a:lnTo>
                <a:cubicBezTo>
                  <a:pt x="10293" y="7708"/>
                  <a:pt x="10463" y="7708"/>
                  <a:pt x="10610" y="7732"/>
                </a:cubicBezTo>
                <a:cubicBezTo>
                  <a:pt x="10853" y="7659"/>
                  <a:pt x="11122" y="7537"/>
                  <a:pt x="11414" y="7439"/>
                </a:cubicBezTo>
                <a:cubicBezTo>
                  <a:pt x="11488" y="7269"/>
                  <a:pt x="11561" y="7122"/>
                  <a:pt x="11634" y="7000"/>
                </a:cubicBezTo>
                <a:cubicBezTo>
                  <a:pt x="11683" y="6854"/>
                  <a:pt x="11732" y="6683"/>
                  <a:pt x="11780" y="6561"/>
                </a:cubicBezTo>
                <a:cubicBezTo>
                  <a:pt x="11853" y="6391"/>
                  <a:pt x="11902" y="6196"/>
                  <a:pt x="11951" y="6000"/>
                </a:cubicBezTo>
                <a:lnTo>
                  <a:pt x="11951" y="6000"/>
                </a:lnTo>
                <a:lnTo>
                  <a:pt x="11829" y="6220"/>
                </a:lnTo>
                <a:lnTo>
                  <a:pt x="11829" y="6220"/>
                </a:lnTo>
                <a:lnTo>
                  <a:pt x="11947" y="5699"/>
                </a:lnTo>
                <a:lnTo>
                  <a:pt x="11947" y="5699"/>
                </a:lnTo>
                <a:cubicBezTo>
                  <a:pt x="11942" y="5768"/>
                  <a:pt x="12000" y="5981"/>
                  <a:pt x="11988" y="6067"/>
                </a:cubicBezTo>
                <a:lnTo>
                  <a:pt x="11988" y="6067"/>
                </a:lnTo>
                <a:cubicBezTo>
                  <a:pt x="12032" y="5952"/>
                  <a:pt x="12079" y="5814"/>
                  <a:pt x="12146" y="5635"/>
                </a:cubicBezTo>
                <a:lnTo>
                  <a:pt x="12317" y="5001"/>
                </a:lnTo>
                <a:cubicBezTo>
                  <a:pt x="12414" y="4683"/>
                  <a:pt x="12512" y="4293"/>
                  <a:pt x="12634" y="3903"/>
                </a:cubicBezTo>
                <a:cubicBezTo>
                  <a:pt x="12658" y="3781"/>
                  <a:pt x="12707" y="3659"/>
                  <a:pt x="12732" y="3513"/>
                </a:cubicBezTo>
                <a:cubicBezTo>
                  <a:pt x="12756" y="3464"/>
                  <a:pt x="12780" y="3391"/>
                  <a:pt x="12805" y="3342"/>
                </a:cubicBezTo>
                <a:cubicBezTo>
                  <a:pt x="12853" y="3244"/>
                  <a:pt x="12902" y="3123"/>
                  <a:pt x="12975" y="3049"/>
                </a:cubicBezTo>
                <a:cubicBezTo>
                  <a:pt x="13000" y="2976"/>
                  <a:pt x="13049" y="2927"/>
                  <a:pt x="13122" y="2879"/>
                </a:cubicBezTo>
                <a:lnTo>
                  <a:pt x="13122" y="2952"/>
                </a:lnTo>
                <a:lnTo>
                  <a:pt x="13122" y="3025"/>
                </a:lnTo>
                <a:cubicBezTo>
                  <a:pt x="13122" y="3049"/>
                  <a:pt x="13097" y="3123"/>
                  <a:pt x="13097" y="3123"/>
                </a:cubicBezTo>
                <a:cubicBezTo>
                  <a:pt x="13097" y="3123"/>
                  <a:pt x="13122" y="3074"/>
                  <a:pt x="13146" y="3049"/>
                </a:cubicBezTo>
                <a:cubicBezTo>
                  <a:pt x="13146" y="3049"/>
                  <a:pt x="13146" y="3049"/>
                  <a:pt x="13146" y="3074"/>
                </a:cubicBezTo>
                <a:cubicBezTo>
                  <a:pt x="13122" y="3123"/>
                  <a:pt x="13122" y="3147"/>
                  <a:pt x="13122" y="3196"/>
                </a:cubicBezTo>
                <a:cubicBezTo>
                  <a:pt x="13132" y="3176"/>
                  <a:pt x="13141" y="3141"/>
                  <a:pt x="13150" y="3099"/>
                </a:cubicBezTo>
                <a:lnTo>
                  <a:pt x="13150" y="3099"/>
                </a:lnTo>
                <a:cubicBezTo>
                  <a:pt x="13159" y="3090"/>
                  <a:pt x="13184" y="3046"/>
                  <a:pt x="13206" y="3046"/>
                </a:cubicBezTo>
                <a:cubicBezTo>
                  <a:pt x="13221" y="3046"/>
                  <a:pt x="13235" y="3064"/>
                  <a:pt x="13244" y="3123"/>
                </a:cubicBezTo>
                <a:lnTo>
                  <a:pt x="13244" y="3147"/>
                </a:lnTo>
                <a:cubicBezTo>
                  <a:pt x="13292" y="3269"/>
                  <a:pt x="13317" y="3366"/>
                  <a:pt x="13341" y="3464"/>
                </a:cubicBezTo>
                <a:lnTo>
                  <a:pt x="13390" y="3635"/>
                </a:lnTo>
                <a:cubicBezTo>
                  <a:pt x="13439" y="3757"/>
                  <a:pt x="13488" y="3903"/>
                  <a:pt x="13512" y="4025"/>
                </a:cubicBezTo>
                <a:cubicBezTo>
                  <a:pt x="13488" y="4025"/>
                  <a:pt x="13439" y="3903"/>
                  <a:pt x="13390" y="3805"/>
                </a:cubicBezTo>
                <a:lnTo>
                  <a:pt x="13390" y="3805"/>
                </a:lnTo>
                <a:cubicBezTo>
                  <a:pt x="13414" y="3879"/>
                  <a:pt x="13439" y="3976"/>
                  <a:pt x="13463" y="4074"/>
                </a:cubicBezTo>
                <a:cubicBezTo>
                  <a:pt x="13463" y="4049"/>
                  <a:pt x="13466" y="4039"/>
                  <a:pt x="13471" y="4039"/>
                </a:cubicBezTo>
                <a:cubicBezTo>
                  <a:pt x="13489" y="4039"/>
                  <a:pt x="13535" y="4197"/>
                  <a:pt x="13540" y="4197"/>
                </a:cubicBezTo>
                <a:cubicBezTo>
                  <a:pt x="13541" y="4197"/>
                  <a:pt x="13540" y="4189"/>
                  <a:pt x="13536" y="4171"/>
                </a:cubicBezTo>
                <a:lnTo>
                  <a:pt x="13536" y="4171"/>
                </a:lnTo>
                <a:cubicBezTo>
                  <a:pt x="13610" y="4269"/>
                  <a:pt x="13634" y="4366"/>
                  <a:pt x="13683" y="4488"/>
                </a:cubicBezTo>
                <a:cubicBezTo>
                  <a:pt x="13731" y="4586"/>
                  <a:pt x="13756" y="4708"/>
                  <a:pt x="13780" y="4805"/>
                </a:cubicBezTo>
                <a:cubicBezTo>
                  <a:pt x="13805" y="4927"/>
                  <a:pt x="13829" y="5025"/>
                  <a:pt x="13853" y="5147"/>
                </a:cubicBezTo>
                <a:cubicBezTo>
                  <a:pt x="13878" y="5244"/>
                  <a:pt x="13902" y="5342"/>
                  <a:pt x="13951" y="5415"/>
                </a:cubicBezTo>
                <a:cubicBezTo>
                  <a:pt x="14000" y="5415"/>
                  <a:pt x="14439" y="5537"/>
                  <a:pt x="14853" y="5683"/>
                </a:cubicBezTo>
                <a:cubicBezTo>
                  <a:pt x="15286" y="5827"/>
                  <a:pt x="15718" y="6019"/>
                  <a:pt x="15778" y="6025"/>
                </a:cubicBezTo>
                <a:lnTo>
                  <a:pt x="15778" y="6025"/>
                </a:lnTo>
                <a:cubicBezTo>
                  <a:pt x="15771" y="5975"/>
                  <a:pt x="15764" y="5925"/>
                  <a:pt x="15756" y="5879"/>
                </a:cubicBezTo>
                <a:lnTo>
                  <a:pt x="15683" y="5854"/>
                </a:lnTo>
                <a:cubicBezTo>
                  <a:pt x="15634" y="5537"/>
                  <a:pt x="15731" y="5781"/>
                  <a:pt x="15683" y="5464"/>
                </a:cubicBezTo>
                <a:cubicBezTo>
                  <a:pt x="15707" y="5464"/>
                  <a:pt x="15731" y="5513"/>
                  <a:pt x="15756" y="5610"/>
                </a:cubicBezTo>
                <a:cubicBezTo>
                  <a:pt x="15780" y="5732"/>
                  <a:pt x="15780" y="5854"/>
                  <a:pt x="15805" y="6000"/>
                </a:cubicBezTo>
                <a:cubicBezTo>
                  <a:pt x="15780" y="5757"/>
                  <a:pt x="15805" y="5513"/>
                  <a:pt x="15731" y="5415"/>
                </a:cubicBezTo>
                <a:cubicBezTo>
                  <a:pt x="15707" y="5220"/>
                  <a:pt x="15780" y="5415"/>
                  <a:pt x="15756" y="5171"/>
                </a:cubicBezTo>
                <a:cubicBezTo>
                  <a:pt x="15683" y="4976"/>
                  <a:pt x="15634" y="4781"/>
                  <a:pt x="15585" y="4561"/>
                </a:cubicBezTo>
                <a:cubicBezTo>
                  <a:pt x="15561" y="4366"/>
                  <a:pt x="15512" y="4147"/>
                  <a:pt x="15439" y="3952"/>
                </a:cubicBezTo>
                <a:cubicBezTo>
                  <a:pt x="15341" y="3781"/>
                  <a:pt x="15292" y="3610"/>
                  <a:pt x="15244" y="3415"/>
                </a:cubicBezTo>
                <a:lnTo>
                  <a:pt x="15244" y="3415"/>
                </a:lnTo>
                <a:lnTo>
                  <a:pt x="15292" y="3464"/>
                </a:lnTo>
                <a:cubicBezTo>
                  <a:pt x="15268" y="3366"/>
                  <a:pt x="15244" y="3244"/>
                  <a:pt x="15195" y="3147"/>
                </a:cubicBezTo>
                <a:cubicBezTo>
                  <a:pt x="15170" y="3074"/>
                  <a:pt x="15146" y="3001"/>
                  <a:pt x="15122" y="2927"/>
                </a:cubicBezTo>
                <a:cubicBezTo>
                  <a:pt x="15073" y="2805"/>
                  <a:pt x="15049" y="2659"/>
                  <a:pt x="15000" y="2537"/>
                </a:cubicBezTo>
                <a:lnTo>
                  <a:pt x="15000" y="2537"/>
                </a:lnTo>
                <a:cubicBezTo>
                  <a:pt x="15028" y="2622"/>
                  <a:pt x="15040" y="2706"/>
                  <a:pt x="15026" y="2706"/>
                </a:cubicBezTo>
                <a:cubicBezTo>
                  <a:pt x="15016" y="2706"/>
                  <a:pt x="14992" y="2661"/>
                  <a:pt x="14951" y="2537"/>
                </a:cubicBezTo>
                <a:cubicBezTo>
                  <a:pt x="14780" y="1952"/>
                  <a:pt x="14658" y="1562"/>
                  <a:pt x="14561" y="1074"/>
                </a:cubicBezTo>
                <a:lnTo>
                  <a:pt x="14390" y="708"/>
                </a:lnTo>
                <a:cubicBezTo>
                  <a:pt x="14390" y="684"/>
                  <a:pt x="14390" y="659"/>
                  <a:pt x="14366" y="635"/>
                </a:cubicBezTo>
                <a:lnTo>
                  <a:pt x="13951" y="464"/>
                </a:lnTo>
                <a:lnTo>
                  <a:pt x="13658" y="342"/>
                </a:lnTo>
                <a:lnTo>
                  <a:pt x="13463" y="269"/>
                </a:lnTo>
                <a:lnTo>
                  <a:pt x="13366" y="220"/>
                </a:lnTo>
                <a:cubicBezTo>
                  <a:pt x="13292" y="196"/>
                  <a:pt x="13219" y="171"/>
                  <a:pt x="13122" y="147"/>
                </a:cubicBezTo>
                <a:lnTo>
                  <a:pt x="126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53"/>
          <p:cNvSpPr/>
          <p:nvPr/>
        </p:nvSpPr>
        <p:spPr>
          <a:xfrm flipH="1" rot="8386467">
            <a:off x="8416650" y="1206439"/>
            <a:ext cx="465102" cy="329496"/>
          </a:xfrm>
          <a:custGeom>
            <a:rect b="b" l="l" r="r" t="t"/>
            <a:pathLst>
              <a:path extrusionOk="0" h="10074" w="14220">
                <a:moveTo>
                  <a:pt x="7706" y="4422"/>
                </a:moveTo>
                <a:lnTo>
                  <a:pt x="7683" y="4512"/>
                </a:lnTo>
                <a:lnTo>
                  <a:pt x="7708" y="4439"/>
                </a:lnTo>
                <a:cubicBezTo>
                  <a:pt x="7708" y="4431"/>
                  <a:pt x="7707" y="4426"/>
                  <a:pt x="7706" y="4422"/>
                </a:cubicBezTo>
                <a:close/>
                <a:moveTo>
                  <a:pt x="1891" y="4477"/>
                </a:moveTo>
                <a:cubicBezTo>
                  <a:pt x="1895" y="4477"/>
                  <a:pt x="1899" y="4480"/>
                  <a:pt x="1903" y="4488"/>
                </a:cubicBezTo>
                <a:lnTo>
                  <a:pt x="1746" y="4711"/>
                </a:lnTo>
                <a:lnTo>
                  <a:pt x="1746" y="4711"/>
                </a:lnTo>
                <a:cubicBezTo>
                  <a:pt x="1839" y="4577"/>
                  <a:pt x="1870" y="4477"/>
                  <a:pt x="1891" y="4477"/>
                </a:cubicBezTo>
                <a:close/>
                <a:moveTo>
                  <a:pt x="14195" y="6854"/>
                </a:moveTo>
                <a:cubicBezTo>
                  <a:pt x="14194" y="6863"/>
                  <a:pt x="14194" y="6872"/>
                  <a:pt x="14193" y="6882"/>
                </a:cubicBezTo>
                <a:lnTo>
                  <a:pt x="14193" y="6882"/>
                </a:lnTo>
                <a:cubicBezTo>
                  <a:pt x="14194" y="6873"/>
                  <a:pt x="14195" y="6863"/>
                  <a:pt x="14195" y="6854"/>
                </a:cubicBezTo>
                <a:close/>
                <a:moveTo>
                  <a:pt x="10125" y="7143"/>
                </a:moveTo>
                <a:cubicBezTo>
                  <a:pt x="10124" y="7144"/>
                  <a:pt x="10123" y="7145"/>
                  <a:pt x="10122" y="7146"/>
                </a:cubicBezTo>
                <a:cubicBezTo>
                  <a:pt x="10123" y="7145"/>
                  <a:pt x="10124" y="7144"/>
                  <a:pt x="10125" y="7143"/>
                </a:cubicBezTo>
                <a:close/>
                <a:moveTo>
                  <a:pt x="4317" y="0"/>
                </a:moveTo>
                <a:cubicBezTo>
                  <a:pt x="4220" y="25"/>
                  <a:pt x="4122" y="49"/>
                  <a:pt x="4000" y="49"/>
                </a:cubicBezTo>
                <a:lnTo>
                  <a:pt x="3903" y="73"/>
                </a:lnTo>
                <a:lnTo>
                  <a:pt x="3708" y="98"/>
                </a:lnTo>
                <a:cubicBezTo>
                  <a:pt x="3561" y="98"/>
                  <a:pt x="3439" y="146"/>
                  <a:pt x="3269" y="146"/>
                </a:cubicBezTo>
                <a:lnTo>
                  <a:pt x="3171" y="268"/>
                </a:lnTo>
                <a:lnTo>
                  <a:pt x="3195" y="195"/>
                </a:lnTo>
                <a:lnTo>
                  <a:pt x="3195" y="195"/>
                </a:lnTo>
                <a:cubicBezTo>
                  <a:pt x="3025" y="415"/>
                  <a:pt x="2781" y="659"/>
                  <a:pt x="2537" y="903"/>
                </a:cubicBezTo>
                <a:lnTo>
                  <a:pt x="1976" y="1585"/>
                </a:lnTo>
                <a:lnTo>
                  <a:pt x="1732" y="1854"/>
                </a:lnTo>
                <a:lnTo>
                  <a:pt x="1488" y="2146"/>
                </a:lnTo>
                <a:lnTo>
                  <a:pt x="1049" y="2683"/>
                </a:lnTo>
                <a:cubicBezTo>
                  <a:pt x="805" y="2976"/>
                  <a:pt x="586" y="3293"/>
                  <a:pt x="391" y="3634"/>
                </a:cubicBezTo>
                <a:lnTo>
                  <a:pt x="195" y="3805"/>
                </a:lnTo>
                <a:lnTo>
                  <a:pt x="25" y="3976"/>
                </a:lnTo>
                <a:lnTo>
                  <a:pt x="0" y="4049"/>
                </a:lnTo>
                <a:cubicBezTo>
                  <a:pt x="122" y="4268"/>
                  <a:pt x="293" y="4488"/>
                  <a:pt x="488" y="4683"/>
                </a:cubicBezTo>
                <a:cubicBezTo>
                  <a:pt x="693" y="4857"/>
                  <a:pt x="939" y="4999"/>
                  <a:pt x="1193" y="4999"/>
                </a:cubicBezTo>
                <a:cubicBezTo>
                  <a:pt x="1332" y="4999"/>
                  <a:pt x="1472" y="4957"/>
                  <a:pt x="1610" y="4854"/>
                </a:cubicBezTo>
                <a:lnTo>
                  <a:pt x="1634" y="4878"/>
                </a:lnTo>
                <a:lnTo>
                  <a:pt x="1683" y="4805"/>
                </a:lnTo>
                <a:lnTo>
                  <a:pt x="1732" y="4732"/>
                </a:lnTo>
                <a:cubicBezTo>
                  <a:pt x="1785" y="4670"/>
                  <a:pt x="1809" y="4646"/>
                  <a:pt x="1817" y="4646"/>
                </a:cubicBezTo>
                <a:cubicBezTo>
                  <a:pt x="1832" y="4646"/>
                  <a:pt x="1796" y="4718"/>
                  <a:pt x="1781" y="4780"/>
                </a:cubicBezTo>
                <a:cubicBezTo>
                  <a:pt x="1830" y="4707"/>
                  <a:pt x="1878" y="4634"/>
                  <a:pt x="1927" y="4585"/>
                </a:cubicBezTo>
                <a:cubicBezTo>
                  <a:pt x="1927" y="4570"/>
                  <a:pt x="1925" y="4564"/>
                  <a:pt x="1921" y="4564"/>
                </a:cubicBezTo>
                <a:cubicBezTo>
                  <a:pt x="1912" y="4564"/>
                  <a:pt x="1895" y="4593"/>
                  <a:pt x="1878" y="4610"/>
                </a:cubicBezTo>
                <a:cubicBezTo>
                  <a:pt x="1927" y="4488"/>
                  <a:pt x="2000" y="4366"/>
                  <a:pt x="2073" y="4244"/>
                </a:cubicBezTo>
                <a:cubicBezTo>
                  <a:pt x="2138" y="4169"/>
                  <a:pt x="2160" y="4165"/>
                  <a:pt x="2178" y="4165"/>
                </a:cubicBezTo>
                <a:cubicBezTo>
                  <a:pt x="2181" y="4165"/>
                  <a:pt x="2184" y="4165"/>
                  <a:pt x="2186" y="4165"/>
                </a:cubicBezTo>
                <a:cubicBezTo>
                  <a:pt x="2208" y="4165"/>
                  <a:pt x="2232" y="4159"/>
                  <a:pt x="2317" y="4049"/>
                </a:cubicBezTo>
                <a:lnTo>
                  <a:pt x="2488" y="3805"/>
                </a:lnTo>
                <a:lnTo>
                  <a:pt x="2586" y="3683"/>
                </a:lnTo>
                <a:lnTo>
                  <a:pt x="2634" y="3610"/>
                </a:lnTo>
                <a:lnTo>
                  <a:pt x="2683" y="3585"/>
                </a:lnTo>
                <a:lnTo>
                  <a:pt x="2756" y="3561"/>
                </a:lnTo>
                <a:cubicBezTo>
                  <a:pt x="2781" y="3537"/>
                  <a:pt x="2781" y="3537"/>
                  <a:pt x="2805" y="3537"/>
                </a:cubicBezTo>
                <a:lnTo>
                  <a:pt x="2805" y="3561"/>
                </a:lnTo>
                <a:lnTo>
                  <a:pt x="2781" y="3585"/>
                </a:lnTo>
                <a:cubicBezTo>
                  <a:pt x="2789" y="3577"/>
                  <a:pt x="2792" y="3575"/>
                  <a:pt x="2793" y="3575"/>
                </a:cubicBezTo>
                <a:cubicBezTo>
                  <a:pt x="2794" y="3575"/>
                  <a:pt x="2789" y="3585"/>
                  <a:pt x="2805" y="3585"/>
                </a:cubicBezTo>
                <a:cubicBezTo>
                  <a:pt x="2805" y="3634"/>
                  <a:pt x="2756" y="3683"/>
                  <a:pt x="2756" y="3707"/>
                </a:cubicBezTo>
                <a:lnTo>
                  <a:pt x="2756" y="3707"/>
                </a:lnTo>
                <a:cubicBezTo>
                  <a:pt x="2756" y="3707"/>
                  <a:pt x="2756" y="3683"/>
                  <a:pt x="2781" y="3683"/>
                </a:cubicBezTo>
                <a:lnTo>
                  <a:pt x="2781" y="3707"/>
                </a:lnTo>
                <a:cubicBezTo>
                  <a:pt x="2756" y="3927"/>
                  <a:pt x="2756" y="4098"/>
                  <a:pt x="2756" y="4098"/>
                </a:cubicBezTo>
                <a:lnTo>
                  <a:pt x="2830" y="4146"/>
                </a:lnTo>
                <a:cubicBezTo>
                  <a:pt x="2781" y="5024"/>
                  <a:pt x="2732" y="4439"/>
                  <a:pt x="2708" y="5244"/>
                </a:cubicBezTo>
                <a:cubicBezTo>
                  <a:pt x="2732" y="5341"/>
                  <a:pt x="2732" y="5439"/>
                  <a:pt x="2732" y="5537"/>
                </a:cubicBezTo>
                <a:cubicBezTo>
                  <a:pt x="2732" y="5659"/>
                  <a:pt x="2732" y="5805"/>
                  <a:pt x="2708" y="5951"/>
                </a:cubicBezTo>
                <a:cubicBezTo>
                  <a:pt x="2805" y="6049"/>
                  <a:pt x="2927" y="6146"/>
                  <a:pt x="3000" y="6171"/>
                </a:cubicBezTo>
                <a:cubicBezTo>
                  <a:pt x="3000" y="6171"/>
                  <a:pt x="3098" y="6293"/>
                  <a:pt x="3073" y="6293"/>
                </a:cubicBezTo>
                <a:cubicBezTo>
                  <a:pt x="3147" y="6293"/>
                  <a:pt x="3220" y="6390"/>
                  <a:pt x="3317" y="6463"/>
                </a:cubicBezTo>
                <a:cubicBezTo>
                  <a:pt x="3342" y="6463"/>
                  <a:pt x="3317" y="6415"/>
                  <a:pt x="3293" y="6390"/>
                </a:cubicBezTo>
                <a:lnTo>
                  <a:pt x="3293" y="6390"/>
                </a:lnTo>
                <a:lnTo>
                  <a:pt x="3366" y="6463"/>
                </a:lnTo>
                <a:lnTo>
                  <a:pt x="3464" y="6537"/>
                </a:lnTo>
                <a:cubicBezTo>
                  <a:pt x="3511" y="6584"/>
                  <a:pt x="3528" y="6611"/>
                  <a:pt x="3514" y="6611"/>
                </a:cubicBezTo>
                <a:cubicBezTo>
                  <a:pt x="3506" y="6611"/>
                  <a:pt x="3490" y="6603"/>
                  <a:pt x="3464" y="6585"/>
                </a:cubicBezTo>
                <a:lnTo>
                  <a:pt x="3464" y="6585"/>
                </a:lnTo>
                <a:cubicBezTo>
                  <a:pt x="3537" y="6634"/>
                  <a:pt x="3634" y="6683"/>
                  <a:pt x="3756" y="6756"/>
                </a:cubicBezTo>
                <a:lnTo>
                  <a:pt x="4269" y="7122"/>
                </a:lnTo>
                <a:cubicBezTo>
                  <a:pt x="4488" y="7024"/>
                  <a:pt x="4732" y="6878"/>
                  <a:pt x="5000" y="6732"/>
                </a:cubicBezTo>
                <a:cubicBezTo>
                  <a:pt x="5293" y="6537"/>
                  <a:pt x="5586" y="6317"/>
                  <a:pt x="5854" y="6098"/>
                </a:cubicBezTo>
                <a:cubicBezTo>
                  <a:pt x="6000" y="5976"/>
                  <a:pt x="6171" y="5854"/>
                  <a:pt x="6293" y="5732"/>
                </a:cubicBezTo>
                <a:lnTo>
                  <a:pt x="6708" y="5341"/>
                </a:lnTo>
                <a:lnTo>
                  <a:pt x="7147" y="4951"/>
                </a:lnTo>
                <a:cubicBezTo>
                  <a:pt x="7268" y="4829"/>
                  <a:pt x="7390" y="4732"/>
                  <a:pt x="7512" y="4634"/>
                </a:cubicBezTo>
                <a:lnTo>
                  <a:pt x="7683" y="4488"/>
                </a:lnTo>
                <a:cubicBezTo>
                  <a:pt x="7683" y="4439"/>
                  <a:pt x="7683" y="4463"/>
                  <a:pt x="7659" y="4390"/>
                </a:cubicBezTo>
                <a:cubicBezTo>
                  <a:pt x="7647" y="4366"/>
                  <a:pt x="7653" y="4366"/>
                  <a:pt x="7662" y="4366"/>
                </a:cubicBezTo>
                <a:cubicBezTo>
                  <a:pt x="7671" y="4366"/>
                  <a:pt x="7683" y="4366"/>
                  <a:pt x="7683" y="4341"/>
                </a:cubicBezTo>
                <a:cubicBezTo>
                  <a:pt x="7683" y="4423"/>
                  <a:pt x="7700" y="4402"/>
                  <a:pt x="7706" y="4422"/>
                </a:cubicBezTo>
                <a:lnTo>
                  <a:pt x="7706" y="4422"/>
                </a:lnTo>
                <a:lnTo>
                  <a:pt x="7708" y="4415"/>
                </a:lnTo>
                <a:lnTo>
                  <a:pt x="7708" y="4463"/>
                </a:lnTo>
                <a:cubicBezTo>
                  <a:pt x="7732" y="4463"/>
                  <a:pt x="7732" y="4439"/>
                  <a:pt x="7756" y="4415"/>
                </a:cubicBezTo>
                <a:cubicBezTo>
                  <a:pt x="7781" y="4415"/>
                  <a:pt x="7756" y="4415"/>
                  <a:pt x="7756" y="4463"/>
                </a:cubicBezTo>
                <a:lnTo>
                  <a:pt x="7805" y="4463"/>
                </a:lnTo>
                <a:cubicBezTo>
                  <a:pt x="7800" y="4469"/>
                  <a:pt x="7799" y="4470"/>
                  <a:pt x="7801" y="4470"/>
                </a:cubicBezTo>
                <a:cubicBezTo>
                  <a:pt x="7807" y="4470"/>
                  <a:pt x="7835" y="4456"/>
                  <a:pt x="7858" y="4456"/>
                </a:cubicBezTo>
                <a:cubicBezTo>
                  <a:pt x="7866" y="4456"/>
                  <a:pt x="7873" y="4458"/>
                  <a:pt x="7878" y="4463"/>
                </a:cubicBezTo>
                <a:cubicBezTo>
                  <a:pt x="7878" y="4476"/>
                  <a:pt x="7872" y="4476"/>
                  <a:pt x="7869" y="4476"/>
                </a:cubicBezTo>
                <a:cubicBezTo>
                  <a:pt x="7866" y="4476"/>
                  <a:pt x="7866" y="4476"/>
                  <a:pt x="7878" y="4488"/>
                </a:cubicBezTo>
                <a:cubicBezTo>
                  <a:pt x="7878" y="4512"/>
                  <a:pt x="7878" y="4537"/>
                  <a:pt x="7878" y="4537"/>
                </a:cubicBezTo>
                <a:cubicBezTo>
                  <a:pt x="7878" y="4537"/>
                  <a:pt x="7878" y="4561"/>
                  <a:pt x="7878" y="4561"/>
                </a:cubicBezTo>
                <a:lnTo>
                  <a:pt x="7878" y="4707"/>
                </a:lnTo>
                <a:cubicBezTo>
                  <a:pt x="7878" y="4747"/>
                  <a:pt x="7878" y="4818"/>
                  <a:pt x="7904" y="4818"/>
                </a:cubicBezTo>
                <a:cubicBezTo>
                  <a:pt x="7910" y="4818"/>
                  <a:pt x="7918" y="4814"/>
                  <a:pt x="7927" y="4805"/>
                </a:cubicBezTo>
                <a:lnTo>
                  <a:pt x="7927" y="4805"/>
                </a:lnTo>
                <a:cubicBezTo>
                  <a:pt x="7890" y="4842"/>
                  <a:pt x="7838" y="5038"/>
                  <a:pt x="7816" y="5038"/>
                </a:cubicBezTo>
                <a:cubicBezTo>
                  <a:pt x="7809" y="5038"/>
                  <a:pt x="7805" y="5021"/>
                  <a:pt x="7805" y="4976"/>
                </a:cubicBezTo>
                <a:cubicBezTo>
                  <a:pt x="7781" y="5073"/>
                  <a:pt x="7781" y="5171"/>
                  <a:pt x="7756" y="5293"/>
                </a:cubicBezTo>
                <a:lnTo>
                  <a:pt x="7805" y="5146"/>
                </a:lnTo>
                <a:lnTo>
                  <a:pt x="7805" y="5146"/>
                </a:lnTo>
                <a:cubicBezTo>
                  <a:pt x="7732" y="5415"/>
                  <a:pt x="7708" y="5683"/>
                  <a:pt x="7683" y="5976"/>
                </a:cubicBezTo>
                <a:lnTo>
                  <a:pt x="7732" y="5829"/>
                </a:lnTo>
                <a:lnTo>
                  <a:pt x="7732" y="5829"/>
                </a:lnTo>
                <a:cubicBezTo>
                  <a:pt x="7732" y="6024"/>
                  <a:pt x="7683" y="6195"/>
                  <a:pt x="7586" y="6341"/>
                </a:cubicBezTo>
                <a:lnTo>
                  <a:pt x="7610" y="6098"/>
                </a:lnTo>
                <a:lnTo>
                  <a:pt x="7610" y="6098"/>
                </a:lnTo>
                <a:cubicBezTo>
                  <a:pt x="7537" y="6415"/>
                  <a:pt x="7488" y="6732"/>
                  <a:pt x="7464" y="7049"/>
                </a:cubicBezTo>
                <a:lnTo>
                  <a:pt x="7488" y="6951"/>
                </a:lnTo>
                <a:lnTo>
                  <a:pt x="7488" y="6951"/>
                </a:lnTo>
                <a:cubicBezTo>
                  <a:pt x="7488" y="7040"/>
                  <a:pt x="7470" y="7237"/>
                  <a:pt x="7445" y="7493"/>
                </a:cubicBezTo>
                <a:lnTo>
                  <a:pt x="7445" y="7493"/>
                </a:lnTo>
                <a:cubicBezTo>
                  <a:pt x="7435" y="7507"/>
                  <a:pt x="7425" y="7522"/>
                  <a:pt x="7415" y="7537"/>
                </a:cubicBezTo>
                <a:lnTo>
                  <a:pt x="7440" y="7546"/>
                </a:lnTo>
                <a:lnTo>
                  <a:pt x="7440" y="7546"/>
                </a:lnTo>
                <a:cubicBezTo>
                  <a:pt x="7425" y="7698"/>
                  <a:pt x="7408" y="7869"/>
                  <a:pt x="7390" y="8049"/>
                </a:cubicBezTo>
                <a:lnTo>
                  <a:pt x="9073" y="8683"/>
                </a:lnTo>
                <a:cubicBezTo>
                  <a:pt x="9488" y="8024"/>
                  <a:pt x="9976" y="7268"/>
                  <a:pt x="10098" y="7073"/>
                </a:cubicBezTo>
                <a:lnTo>
                  <a:pt x="10098" y="7073"/>
                </a:lnTo>
                <a:lnTo>
                  <a:pt x="9951" y="7171"/>
                </a:lnTo>
                <a:lnTo>
                  <a:pt x="9951" y="7171"/>
                </a:lnTo>
                <a:lnTo>
                  <a:pt x="10119" y="6907"/>
                </a:lnTo>
                <a:lnTo>
                  <a:pt x="10119" y="6907"/>
                </a:lnTo>
                <a:cubicBezTo>
                  <a:pt x="10103" y="6944"/>
                  <a:pt x="10142" y="7109"/>
                  <a:pt x="10125" y="7143"/>
                </a:cubicBezTo>
                <a:lnTo>
                  <a:pt x="10125" y="7143"/>
                </a:lnTo>
                <a:cubicBezTo>
                  <a:pt x="10417" y="6730"/>
                  <a:pt x="10757" y="6365"/>
                  <a:pt x="11098" y="6000"/>
                </a:cubicBezTo>
                <a:cubicBezTo>
                  <a:pt x="11220" y="5878"/>
                  <a:pt x="11342" y="5756"/>
                  <a:pt x="11464" y="5659"/>
                </a:cubicBezTo>
                <a:lnTo>
                  <a:pt x="11659" y="5488"/>
                </a:lnTo>
                <a:cubicBezTo>
                  <a:pt x="11707" y="5463"/>
                  <a:pt x="11732" y="5439"/>
                  <a:pt x="11781" y="5415"/>
                </a:cubicBezTo>
                <a:lnTo>
                  <a:pt x="11829" y="5366"/>
                </a:lnTo>
                <a:cubicBezTo>
                  <a:pt x="11903" y="5293"/>
                  <a:pt x="12000" y="5244"/>
                  <a:pt x="12098" y="5195"/>
                </a:cubicBezTo>
                <a:cubicBezTo>
                  <a:pt x="12122" y="5195"/>
                  <a:pt x="12171" y="5171"/>
                  <a:pt x="12195" y="5171"/>
                </a:cubicBezTo>
                <a:lnTo>
                  <a:pt x="12268" y="5171"/>
                </a:lnTo>
                <a:lnTo>
                  <a:pt x="12268" y="5293"/>
                </a:lnTo>
                <a:cubicBezTo>
                  <a:pt x="12244" y="5415"/>
                  <a:pt x="12195" y="5415"/>
                  <a:pt x="12195" y="5415"/>
                </a:cubicBezTo>
                <a:cubicBezTo>
                  <a:pt x="12195" y="5427"/>
                  <a:pt x="12201" y="5433"/>
                  <a:pt x="12207" y="5433"/>
                </a:cubicBezTo>
                <a:cubicBezTo>
                  <a:pt x="12214" y="5433"/>
                  <a:pt x="12220" y="5427"/>
                  <a:pt x="12220" y="5415"/>
                </a:cubicBezTo>
                <a:cubicBezTo>
                  <a:pt x="12244" y="5415"/>
                  <a:pt x="12244" y="5415"/>
                  <a:pt x="12244" y="5439"/>
                </a:cubicBezTo>
                <a:cubicBezTo>
                  <a:pt x="12244" y="5488"/>
                  <a:pt x="12195" y="5488"/>
                  <a:pt x="12195" y="5488"/>
                </a:cubicBezTo>
                <a:cubicBezTo>
                  <a:pt x="12195" y="5488"/>
                  <a:pt x="12195" y="5519"/>
                  <a:pt x="12208" y="5519"/>
                </a:cubicBezTo>
                <a:cubicBezTo>
                  <a:pt x="12211" y="5519"/>
                  <a:pt x="12215" y="5517"/>
                  <a:pt x="12220" y="5512"/>
                </a:cubicBezTo>
                <a:cubicBezTo>
                  <a:pt x="12244" y="5512"/>
                  <a:pt x="12293" y="5439"/>
                  <a:pt x="12342" y="5390"/>
                </a:cubicBezTo>
                <a:lnTo>
                  <a:pt x="12342" y="5512"/>
                </a:lnTo>
                <a:lnTo>
                  <a:pt x="12293" y="5512"/>
                </a:lnTo>
                <a:cubicBezTo>
                  <a:pt x="12293" y="5512"/>
                  <a:pt x="12317" y="5512"/>
                  <a:pt x="12366" y="5537"/>
                </a:cubicBezTo>
                <a:cubicBezTo>
                  <a:pt x="12366" y="5561"/>
                  <a:pt x="12390" y="5561"/>
                  <a:pt x="12390" y="5585"/>
                </a:cubicBezTo>
                <a:cubicBezTo>
                  <a:pt x="12390" y="5610"/>
                  <a:pt x="12390" y="5610"/>
                  <a:pt x="12390" y="5634"/>
                </a:cubicBezTo>
                <a:lnTo>
                  <a:pt x="12390" y="5707"/>
                </a:lnTo>
                <a:cubicBezTo>
                  <a:pt x="12390" y="5976"/>
                  <a:pt x="12390" y="6268"/>
                  <a:pt x="12366" y="6561"/>
                </a:cubicBezTo>
                <a:cubicBezTo>
                  <a:pt x="12366" y="6707"/>
                  <a:pt x="12342" y="6854"/>
                  <a:pt x="12342" y="7000"/>
                </a:cubicBezTo>
                <a:lnTo>
                  <a:pt x="12293" y="7439"/>
                </a:lnTo>
                <a:cubicBezTo>
                  <a:pt x="12268" y="7439"/>
                  <a:pt x="12244" y="7293"/>
                  <a:pt x="12244" y="7171"/>
                </a:cubicBezTo>
                <a:cubicBezTo>
                  <a:pt x="12244" y="7268"/>
                  <a:pt x="12244" y="7341"/>
                  <a:pt x="12220" y="7439"/>
                </a:cubicBezTo>
                <a:cubicBezTo>
                  <a:pt x="12227" y="7415"/>
                  <a:pt x="12233" y="7406"/>
                  <a:pt x="12236" y="7406"/>
                </a:cubicBezTo>
                <a:cubicBezTo>
                  <a:pt x="12252" y="7406"/>
                  <a:pt x="12231" y="7601"/>
                  <a:pt x="12238" y="7601"/>
                </a:cubicBezTo>
                <a:cubicBezTo>
                  <a:pt x="12239" y="7601"/>
                  <a:pt x="12241" y="7596"/>
                  <a:pt x="12244" y="7585"/>
                </a:cubicBezTo>
                <a:lnTo>
                  <a:pt x="12244" y="7585"/>
                </a:lnTo>
                <a:cubicBezTo>
                  <a:pt x="12317" y="8000"/>
                  <a:pt x="12171" y="8561"/>
                  <a:pt x="12220" y="8951"/>
                </a:cubicBezTo>
                <a:lnTo>
                  <a:pt x="13073" y="9415"/>
                </a:lnTo>
                <a:cubicBezTo>
                  <a:pt x="13342" y="9585"/>
                  <a:pt x="13634" y="9707"/>
                  <a:pt x="13927" y="9829"/>
                </a:cubicBezTo>
                <a:cubicBezTo>
                  <a:pt x="13927" y="9902"/>
                  <a:pt x="13927" y="10000"/>
                  <a:pt x="13902" y="10073"/>
                </a:cubicBezTo>
                <a:cubicBezTo>
                  <a:pt x="13951" y="9951"/>
                  <a:pt x="13951" y="9829"/>
                  <a:pt x="13951" y="9732"/>
                </a:cubicBezTo>
                <a:lnTo>
                  <a:pt x="13878" y="9707"/>
                </a:lnTo>
                <a:cubicBezTo>
                  <a:pt x="13878" y="9439"/>
                  <a:pt x="13927" y="9634"/>
                  <a:pt x="13927" y="9390"/>
                </a:cubicBezTo>
                <a:cubicBezTo>
                  <a:pt x="13976" y="9390"/>
                  <a:pt x="13976" y="9610"/>
                  <a:pt x="13976" y="9829"/>
                </a:cubicBezTo>
                <a:cubicBezTo>
                  <a:pt x="14000" y="9683"/>
                  <a:pt x="14000" y="9512"/>
                  <a:pt x="13976" y="9366"/>
                </a:cubicBezTo>
                <a:cubicBezTo>
                  <a:pt x="13985" y="9299"/>
                  <a:pt x="13995" y="9288"/>
                  <a:pt x="14006" y="9288"/>
                </a:cubicBezTo>
                <a:cubicBezTo>
                  <a:pt x="14011" y="9288"/>
                  <a:pt x="14016" y="9290"/>
                  <a:pt x="14022" y="9290"/>
                </a:cubicBezTo>
                <a:cubicBezTo>
                  <a:pt x="14036" y="9290"/>
                  <a:pt x="14052" y="9278"/>
                  <a:pt x="14073" y="9195"/>
                </a:cubicBezTo>
                <a:cubicBezTo>
                  <a:pt x="14049" y="9000"/>
                  <a:pt x="14049" y="8829"/>
                  <a:pt x="14073" y="8634"/>
                </a:cubicBezTo>
                <a:cubicBezTo>
                  <a:pt x="14146" y="8195"/>
                  <a:pt x="14049" y="7951"/>
                  <a:pt x="14122" y="7537"/>
                </a:cubicBezTo>
                <a:lnTo>
                  <a:pt x="14122" y="7537"/>
                </a:lnTo>
                <a:lnTo>
                  <a:pt x="14122" y="7585"/>
                </a:lnTo>
                <a:cubicBezTo>
                  <a:pt x="14169" y="7444"/>
                  <a:pt x="14171" y="7165"/>
                  <a:pt x="14193" y="6882"/>
                </a:cubicBezTo>
                <a:lnTo>
                  <a:pt x="14193" y="6882"/>
                </a:lnTo>
                <a:cubicBezTo>
                  <a:pt x="14188" y="6910"/>
                  <a:pt x="14177" y="6934"/>
                  <a:pt x="14167" y="6934"/>
                </a:cubicBezTo>
                <a:cubicBezTo>
                  <a:pt x="14156" y="6934"/>
                  <a:pt x="14146" y="6906"/>
                  <a:pt x="14146" y="6829"/>
                </a:cubicBezTo>
                <a:cubicBezTo>
                  <a:pt x="14195" y="6537"/>
                  <a:pt x="14171" y="6293"/>
                  <a:pt x="14220" y="6073"/>
                </a:cubicBezTo>
                <a:lnTo>
                  <a:pt x="14171" y="5829"/>
                </a:lnTo>
                <a:lnTo>
                  <a:pt x="14171" y="5561"/>
                </a:lnTo>
                <a:cubicBezTo>
                  <a:pt x="14171" y="5366"/>
                  <a:pt x="14171" y="5195"/>
                  <a:pt x="14146" y="5024"/>
                </a:cubicBezTo>
                <a:cubicBezTo>
                  <a:pt x="14098" y="4634"/>
                  <a:pt x="14049" y="4171"/>
                  <a:pt x="13976" y="3659"/>
                </a:cubicBezTo>
                <a:lnTo>
                  <a:pt x="13317" y="3244"/>
                </a:lnTo>
                <a:cubicBezTo>
                  <a:pt x="13220" y="3171"/>
                  <a:pt x="13098" y="3122"/>
                  <a:pt x="12976" y="3049"/>
                </a:cubicBezTo>
                <a:lnTo>
                  <a:pt x="12537" y="2829"/>
                </a:lnTo>
                <a:cubicBezTo>
                  <a:pt x="12244" y="2927"/>
                  <a:pt x="11976" y="3073"/>
                  <a:pt x="11683" y="3195"/>
                </a:cubicBezTo>
                <a:cubicBezTo>
                  <a:pt x="11537" y="3268"/>
                  <a:pt x="11390" y="3341"/>
                  <a:pt x="11268" y="3439"/>
                </a:cubicBezTo>
                <a:lnTo>
                  <a:pt x="11049" y="3561"/>
                </a:lnTo>
                <a:cubicBezTo>
                  <a:pt x="10976" y="3585"/>
                  <a:pt x="10903" y="3659"/>
                  <a:pt x="10829" y="3683"/>
                </a:cubicBezTo>
                <a:lnTo>
                  <a:pt x="10610" y="3829"/>
                </a:lnTo>
                <a:lnTo>
                  <a:pt x="10488" y="3951"/>
                </a:lnTo>
                <a:lnTo>
                  <a:pt x="10244" y="4122"/>
                </a:lnTo>
                <a:cubicBezTo>
                  <a:pt x="10098" y="4268"/>
                  <a:pt x="9951" y="4390"/>
                  <a:pt x="9829" y="4512"/>
                </a:cubicBezTo>
                <a:cubicBezTo>
                  <a:pt x="9812" y="4530"/>
                  <a:pt x="9794" y="4548"/>
                  <a:pt x="9776" y="4565"/>
                </a:cubicBezTo>
                <a:lnTo>
                  <a:pt x="9776" y="4565"/>
                </a:lnTo>
                <a:cubicBezTo>
                  <a:pt x="9804" y="4117"/>
                  <a:pt x="9797" y="3672"/>
                  <a:pt x="9756" y="3244"/>
                </a:cubicBezTo>
                <a:cubicBezTo>
                  <a:pt x="9781" y="3122"/>
                  <a:pt x="9781" y="3000"/>
                  <a:pt x="9756" y="2878"/>
                </a:cubicBezTo>
                <a:cubicBezTo>
                  <a:pt x="9756" y="2756"/>
                  <a:pt x="9732" y="2634"/>
                  <a:pt x="9707" y="2512"/>
                </a:cubicBezTo>
                <a:lnTo>
                  <a:pt x="9317" y="2171"/>
                </a:lnTo>
                <a:lnTo>
                  <a:pt x="9317" y="2171"/>
                </a:lnTo>
                <a:cubicBezTo>
                  <a:pt x="9366" y="2244"/>
                  <a:pt x="9390" y="2268"/>
                  <a:pt x="9366" y="2268"/>
                </a:cubicBezTo>
                <a:cubicBezTo>
                  <a:pt x="9342" y="2268"/>
                  <a:pt x="9317" y="2244"/>
                  <a:pt x="9268" y="2220"/>
                </a:cubicBezTo>
                <a:lnTo>
                  <a:pt x="9098" y="2049"/>
                </a:lnTo>
                <a:cubicBezTo>
                  <a:pt x="8927" y="1976"/>
                  <a:pt x="8927" y="2000"/>
                  <a:pt x="8903" y="1976"/>
                </a:cubicBezTo>
                <a:cubicBezTo>
                  <a:pt x="8878" y="1976"/>
                  <a:pt x="8854" y="1976"/>
                  <a:pt x="8805" y="1951"/>
                </a:cubicBezTo>
                <a:lnTo>
                  <a:pt x="8683" y="1927"/>
                </a:lnTo>
                <a:lnTo>
                  <a:pt x="8464" y="1829"/>
                </a:lnTo>
                <a:lnTo>
                  <a:pt x="8366" y="1805"/>
                </a:lnTo>
                <a:cubicBezTo>
                  <a:pt x="8220" y="1854"/>
                  <a:pt x="8049" y="1927"/>
                  <a:pt x="7829" y="2000"/>
                </a:cubicBezTo>
                <a:lnTo>
                  <a:pt x="7683" y="2073"/>
                </a:lnTo>
                <a:lnTo>
                  <a:pt x="7488" y="2171"/>
                </a:lnTo>
                <a:lnTo>
                  <a:pt x="7122" y="2366"/>
                </a:lnTo>
                <a:cubicBezTo>
                  <a:pt x="6878" y="2537"/>
                  <a:pt x="6586" y="2707"/>
                  <a:pt x="6342" y="2927"/>
                </a:cubicBezTo>
                <a:cubicBezTo>
                  <a:pt x="6171" y="3073"/>
                  <a:pt x="6000" y="3220"/>
                  <a:pt x="5829" y="3366"/>
                </a:cubicBezTo>
                <a:lnTo>
                  <a:pt x="5342" y="3805"/>
                </a:lnTo>
                <a:cubicBezTo>
                  <a:pt x="5220" y="3902"/>
                  <a:pt x="5244" y="3902"/>
                  <a:pt x="5195" y="3927"/>
                </a:cubicBezTo>
                <a:lnTo>
                  <a:pt x="5147" y="3976"/>
                </a:lnTo>
                <a:cubicBezTo>
                  <a:pt x="5073" y="4049"/>
                  <a:pt x="5000" y="4098"/>
                  <a:pt x="4927" y="4122"/>
                </a:cubicBezTo>
                <a:cubicBezTo>
                  <a:pt x="4903" y="4146"/>
                  <a:pt x="4854" y="4171"/>
                  <a:pt x="4805" y="4171"/>
                </a:cubicBezTo>
                <a:lnTo>
                  <a:pt x="4781" y="4195"/>
                </a:lnTo>
                <a:cubicBezTo>
                  <a:pt x="4781" y="4171"/>
                  <a:pt x="4781" y="4146"/>
                  <a:pt x="4781" y="4122"/>
                </a:cubicBezTo>
                <a:cubicBezTo>
                  <a:pt x="4781" y="4098"/>
                  <a:pt x="4781" y="4049"/>
                  <a:pt x="4781" y="4000"/>
                </a:cubicBezTo>
                <a:lnTo>
                  <a:pt x="4781" y="3976"/>
                </a:lnTo>
                <a:cubicBezTo>
                  <a:pt x="4781" y="3951"/>
                  <a:pt x="4781" y="3927"/>
                  <a:pt x="4781" y="3902"/>
                </a:cubicBezTo>
                <a:lnTo>
                  <a:pt x="4781" y="3756"/>
                </a:lnTo>
                <a:cubicBezTo>
                  <a:pt x="4781" y="3512"/>
                  <a:pt x="4830" y="3293"/>
                  <a:pt x="4830" y="3049"/>
                </a:cubicBezTo>
                <a:cubicBezTo>
                  <a:pt x="4854" y="2805"/>
                  <a:pt x="4878" y="2537"/>
                  <a:pt x="4903" y="2293"/>
                </a:cubicBezTo>
                <a:cubicBezTo>
                  <a:pt x="4951" y="1781"/>
                  <a:pt x="4976" y="1293"/>
                  <a:pt x="5025" y="829"/>
                </a:cubicBezTo>
                <a:lnTo>
                  <a:pt x="4781" y="610"/>
                </a:lnTo>
                <a:lnTo>
                  <a:pt x="4756" y="585"/>
                </a:lnTo>
                <a:lnTo>
                  <a:pt x="4756" y="561"/>
                </a:lnTo>
                <a:lnTo>
                  <a:pt x="4732" y="537"/>
                </a:lnTo>
                <a:lnTo>
                  <a:pt x="4683" y="464"/>
                </a:lnTo>
                <a:lnTo>
                  <a:pt x="4561" y="342"/>
                </a:lnTo>
                <a:lnTo>
                  <a:pt x="4561" y="342"/>
                </a:lnTo>
                <a:cubicBezTo>
                  <a:pt x="4391" y="195"/>
                  <a:pt x="4439" y="146"/>
                  <a:pt x="4342" y="49"/>
                </a:cubicBezTo>
                <a:lnTo>
                  <a:pt x="43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53"/>
          <p:cNvSpPr/>
          <p:nvPr/>
        </p:nvSpPr>
        <p:spPr>
          <a:xfrm flipH="1" rot="8386467">
            <a:off x="8963883" y="1283698"/>
            <a:ext cx="536895" cy="362989"/>
          </a:xfrm>
          <a:custGeom>
            <a:rect b="b" l="l" r="r" t="t"/>
            <a:pathLst>
              <a:path extrusionOk="0" h="11098" w="16415">
                <a:moveTo>
                  <a:pt x="14537" y="2268"/>
                </a:moveTo>
                <a:cubicBezTo>
                  <a:pt x="14546" y="2287"/>
                  <a:pt x="14555" y="2306"/>
                  <a:pt x="14564" y="2325"/>
                </a:cubicBezTo>
                <a:lnTo>
                  <a:pt x="14564" y="2325"/>
                </a:lnTo>
                <a:cubicBezTo>
                  <a:pt x="14559" y="2307"/>
                  <a:pt x="14549" y="2287"/>
                  <a:pt x="14537" y="2268"/>
                </a:cubicBezTo>
                <a:close/>
                <a:moveTo>
                  <a:pt x="11890" y="6000"/>
                </a:moveTo>
                <a:lnTo>
                  <a:pt x="11890" y="6000"/>
                </a:lnTo>
                <a:cubicBezTo>
                  <a:pt x="11886" y="6017"/>
                  <a:pt x="11882" y="6034"/>
                  <a:pt x="11878" y="6049"/>
                </a:cubicBezTo>
                <a:cubicBezTo>
                  <a:pt x="11887" y="6040"/>
                  <a:pt x="11891" y="6022"/>
                  <a:pt x="11890" y="6000"/>
                </a:cubicBezTo>
                <a:close/>
                <a:moveTo>
                  <a:pt x="6388" y="9388"/>
                </a:moveTo>
                <a:lnTo>
                  <a:pt x="6388" y="9388"/>
                </a:lnTo>
                <a:cubicBezTo>
                  <a:pt x="6383" y="9395"/>
                  <a:pt x="6380" y="9400"/>
                  <a:pt x="6381" y="9400"/>
                </a:cubicBezTo>
                <a:cubicBezTo>
                  <a:pt x="6381" y="9400"/>
                  <a:pt x="6384" y="9397"/>
                  <a:pt x="6391" y="9390"/>
                </a:cubicBezTo>
                <a:cubicBezTo>
                  <a:pt x="6391" y="9390"/>
                  <a:pt x="6390" y="9389"/>
                  <a:pt x="6388" y="9388"/>
                </a:cubicBezTo>
                <a:close/>
                <a:moveTo>
                  <a:pt x="13000" y="0"/>
                </a:moveTo>
                <a:lnTo>
                  <a:pt x="12171" y="49"/>
                </a:lnTo>
                <a:cubicBezTo>
                  <a:pt x="12074" y="49"/>
                  <a:pt x="12000" y="73"/>
                  <a:pt x="11903" y="73"/>
                </a:cubicBezTo>
                <a:lnTo>
                  <a:pt x="11659" y="146"/>
                </a:lnTo>
                <a:lnTo>
                  <a:pt x="11391" y="220"/>
                </a:lnTo>
                <a:lnTo>
                  <a:pt x="11000" y="293"/>
                </a:lnTo>
                <a:cubicBezTo>
                  <a:pt x="10952" y="439"/>
                  <a:pt x="10903" y="610"/>
                  <a:pt x="10878" y="756"/>
                </a:cubicBezTo>
                <a:cubicBezTo>
                  <a:pt x="10830" y="902"/>
                  <a:pt x="10781" y="1073"/>
                  <a:pt x="10757" y="1219"/>
                </a:cubicBezTo>
                <a:cubicBezTo>
                  <a:pt x="10708" y="1561"/>
                  <a:pt x="10635" y="1878"/>
                  <a:pt x="10586" y="2219"/>
                </a:cubicBezTo>
                <a:cubicBezTo>
                  <a:pt x="10561" y="2366"/>
                  <a:pt x="10513" y="2537"/>
                  <a:pt x="10488" y="2707"/>
                </a:cubicBezTo>
                <a:cubicBezTo>
                  <a:pt x="10464" y="2854"/>
                  <a:pt x="10439" y="3024"/>
                  <a:pt x="10439" y="3195"/>
                </a:cubicBezTo>
                <a:cubicBezTo>
                  <a:pt x="10415" y="3341"/>
                  <a:pt x="10391" y="3561"/>
                  <a:pt x="10366" y="3732"/>
                </a:cubicBezTo>
                <a:cubicBezTo>
                  <a:pt x="10318" y="4024"/>
                  <a:pt x="10293" y="4341"/>
                  <a:pt x="10269" y="4585"/>
                </a:cubicBezTo>
                <a:cubicBezTo>
                  <a:pt x="10269" y="4707"/>
                  <a:pt x="10220" y="4829"/>
                  <a:pt x="10220" y="4927"/>
                </a:cubicBezTo>
                <a:cubicBezTo>
                  <a:pt x="10220" y="4975"/>
                  <a:pt x="10220" y="5000"/>
                  <a:pt x="10196" y="5049"/>
                </a:cubicBezTo>
                <a:cubicBezTo>
                  <a:pt x="10196" y="5097"/>
                  <a:pt x="10171" y="5146"/>
                  <a:pt x="10171" y="5195"/>
                </a:cubicBezTo>
                <a:cubicBezTo>
                  <a:pt x="10171" y="5244"/>
                  <a:pt x="10147" y="5293"/>
                  <a:pt x="10147" y="5317"/>
                </a:cubicBezTo>
                <a:cubicBezTo>
                  <a:pt x="10122" y="5293"/>
                  <a:pt x="10074" y="5268"/>
                  <a:pt x="10049" y="5244"/>
                </a:cubicBezTo>
                <a:lnTo>
                  <a:pt x="9927" y="5146"/>
                </a:lnTo>
                <a:lnTo>
                  <a:pt x="9171" y="4366"/>
                </a:lnTo>
                <a:cubicBezTo>
                  <a:pt x="8927" y="4097"/>
                  <a:pt x="8683" y="3854"/>
                  <a:pt x="8440" y="3634"/>
                </a:cubicBezTo>
                <a:lnTo>
                  <a:pt x="8074" y="3268"/>
                </a:lnTo>
                <a:cubicBezTo>
                  <a:pt x="7879" y="3097"/>
                  <a:pt x="7683" y="2902"/>
                  <a:pt x="7513" y="2780"/>
                </a:cubicBezTo>
                <a:cubicBezTo>
                  <a:pt x="7269" y="2537"/>
                  <a:pt x="6952" y="2268"/>
                  <a:pt x="6635" y="2024"/>
                </a:cubicBezTo>
                <a:cubicBezTo>
                  <a:pt x="6562" y="2024"/>
                  <a:pt x="6513" y="2024"/>
                  <a:pt x="6464" y="2049"/>
                </a:cubicBezTo>
                <a:lnTo>
                  <a:pt x="6318" y="2049"/>
                </a:lnTo>
                <a:cubicBezTo>
                  <a:pt x="6488" y="2049"/>
                  <a:pt x="6440" y="2098"/>
                  <a:pt x="6318" y="2122"/>
                </a:cubicBezTo>
                <a:cubicBezTo>
                  <a:pt x="5708" y="2195"/>
                  <a:pt x="5927" y="2171"/>
                  <a:pt x="5805" y="2195"/>
                </a:cubicBezTo>
                <a:cubicBezTo>
                  <a:pt x="5805" y="2195"/>
                  <a:pt x="5757" y="2219"/>
                  <a:pt x="5708" y="2268"/>
                </a:cubicBezTo>
                <a:lnTo>
                  <a:pt x="5488" y="2390"/>
                </a:lnTo>
                <a:cubicBezTo>
                  <a:pt x="5366" y="2439"/>
                  <a:pt x="5269" y="2512"/>
                  <a:pt x="5074" y="2610"/>
                </a:cubicBezTo>
                <a:cubicBezTo>
                  <a:pt x="5025" y="2805"/>
                  <a:pt x="4952" y="2976"/>
                  <a:pt x="4903" y="3219"/>
                </a:cubicBezTo>
                <a:cubicBezTo>
                  <a:pt x="4879" y="3341"/>
                  <a:pt x="4830" y="3463"/>
                  <a:pt x="4805" y="3585"/>
                </a:cubicBezTo>
                <a:cubicBezTo>
                  <a:pt x="4757" y="3707"/>
                  <a:pt x="4732" y="3829"/>
                  <a:pt x="4708" y="3976"/>
                </a:cubicBezTo>
                <a:cubicBezTo>
                  <a:pt x="4683" y="4097"/>
                  <a:pt x="4659" y="4244"/>
                  <a:pt x="4635" y="4390"/>
                </a:cubicBezTo>
                <a:cubicBezTo>
                  <a:pt x="4635" y="4463"/>
                  <a:pt x="4610" y="4536"/>
                  <a:pt x="4610" y="4610"/>
                </a:cubicBezTo>
                <a:cubicBezTo>
                  <a:pt x="4610" y="4658"/>
                  <a:pt x="4610" y="4707"/>
                  <a:pt x="4586" y="4756"/>
                </a:cubicBezTo>
                <a:cubicBezTo>
                  <a:pt x="4562" y="4951"/>
                  <a:pt x="4562" y="5146"/>
                  <a:pt x="4537" y="5341"/>
                </a:cubicBezTo>
                <a:cubicBezTo>
                  <a:pt x="4513" y="5732"/>
                  <a:pt x="4513" y="6146"/>
                  <a:pt x="4537" y="6536"/>
                </a:cubicBezTo>
                <a:lnTo>
                  <a:pt x="4537" y="6683"/>
                </a:lnTo>
                <a:lnTo>
                  <a:pt x="4537" y="6805"/>
                </a:lnTo>
                <a:cubicBezTo>
                  <a:pt x="4537" y="6829"/>
                  <a:pt x="4537" y="6878"/>
                  <a:pt x="4537" y="6902"/>
                </a:cubicBezTo>
                <a:cubicBezTo>
                  <a:pt x="4562" y="6975"/>
                  <a:pt x="4562" y="7049"/>
                  <a:pt x="4586" y="7122"/>
                </a:cubicBezTo>
                <a:lnTo>
                  <a:pt x="4635" y="7195"/>
                </a:lnTo>
                <a:lnTo>
                  <a:pt x="4659" y="7219"/>
                </a:lnTo>
                <a:cubicBezTo>
                  <a:pt x="4647" y="7232"/>
                  <a:pt x="4635" y="7238"/>
                  <a:pt x="4623" y="7238"/>
                </a:cubicBezTo>
                <a:cubicBezTo>
                  <a:pt x="4610" y="7238"/>
                  <a:pt x="4598" y="7232"/>
                  <a:pt x="4586" y="7219"/>
                </a:cubicBezTo>
                <a:cubicBezTo>
                  <a:pt x="4537" y="7219"/>
                  <a:pt x="4488" y="7195"/>
                  <a:pt x="4440" y="7171"/>
                </a:cubicBezTo>
                <a:lnTo>
                  <a:pt x="4415" y="7171"/>
                </a:lnTo>
                <a:lnTo>
                  <a:pt x="4415" y="7146"/>
                </a:lnTo>
                <a:cubicBezTo>
                  <a:pt x="4366" y="7146"/>
                  <a:pt x="4318" y="7097"/>
                  <a:pt x="4269" y="7073"/>
                </a:cubicBezTo>
                <a:cubicBezTo>
                  <a:pt x="4244" y="7049"/>
                  <a:pt x="4196" y="7024"/>
                  <a:pt x="4171" y="7000"/>
                </a:cubicBezTo>
                <a:lnTo>
                  <a:pt x="4098" y="6951"/>
                </a:lnTo>
                <a:lnTo>
                  <a:pt x="4049" y="6902"/>
                </a:lnTo>
                <a:lnTo>
                  <a:pt x="3927" y="6805"/>
                </a:lnTo>
                <a:cubicBezTo>
                  <a:pt x="3757" y="6683"/>
                  <a:pt x="3610" y="6536"/>
                  <a:pt x="3440" y="6414"/>
                </a:cubicBezTo>
                <a:lnTo>
                  <a:pt x="2684" y="5805"/>
                </a:lnTo>
                <a:lnTo>
                  <a:pt x="2025" y="5244"/>
                </a:lnTo>
                <a:cubicBezTo>
                  <a:pt x="1830" y="5097"/>
                  <a:pt x="1684" y="5000"/>
                  <a:pt x="1586" y="4902"/>
                </a:cubicBezTo>
                <a:lnTo>
                  <a:pt x="1586" y="4902"/>
                </a:lnTo>
                <a:lnTo>
                  <a:pt x="1684" y="5000"/>
                </a:lnTo>
                <a:lnTo>
                  <a:pt x="1684" y="5000"/>
                </a:lnTo>
                <a:lnTo>
                  <a:pt x="1586" y="4927"/>
                </a:lnTo>
                <a:cubicBezTo>
                  <a:pt x="1366" y="5000"/>
                  <a:pt x="1147" y="5000"/>
                  <a:pt x="927" y="5000"/>
                </a:cubicBezTo>
                <a:cubicBezTo>
                  <a:pt x="976" y="5049"/>
                  <a:pt x="806" y="5097"/>
                  <a:pt x="659" y="5097"/>
                </a:cubicBezTo>
                <a:lnTo>
                  <a:pt x="635" y="5097"/>
                </a:lnTo>
                <a:lnTo>
                  <a:pt x="586" y="5122"/>
                </a:lnTo>
                <a:cubicBezTo>
                  <a:pt x="537" y="5195"/>
                  <a:pt x="464" y="5268"/>
                  <a:pt x="367" y="5390"/>
                </a:cubicBezTo>
                <a:lnTo>
                  <a:pt x="318" y="5463"/>
                </a:lnTo>
                <a:cubicBezTo>
                  <a:pt x="269" y="5512"/>
                  <a:pt x="245" y="5536"/>
                  <a:pt x="220" y="5585"/>
                </a:cubicBezTo>
                <a:lnTo>
                  <a:pt x="49" y="5780"/>
                </a:lnTo>
                <a:lnTo>
                  <a:pt x="49" y="6073"/>
                </a:lnTo>
                <a:lnTo>
                  <a:pt x="1" y="6024"/>
                </a:lnTo>
                <a:lnTo>
                  <a:pt x="1" y="6024"/>
                </a:lnTo>
                <a:cubicBezTo>
                  <a:pt x="25" y="6317"/>
                  <a:pt x="74" y="6707"/>
                  <a:pt x="74" y="7073"/>
                </a:cubicBezTo>
                <a:cubicBezTo>
                  <a:pt x="74" y="7244"/>
                  <a:pt x="98" y="7414"/>
                  <a:pt x="123" y="7610"/>
                </a:cubicBezTo>
                <a:cubicBezTo>
                  <a:pt x="147" y="7756"/>
                  <a:pt x="171" y="7902"/>
                  <a:pt x="196" y="8000"/>
                </a:cubicBezTo>
                <a:cubicBezTo>
                  <a:pt x="196" y="8122"/>
                  <a:pt x="220" y="8244"/>
                  <a:pt x="245" y="8390"/>
                </a:cubicBezTo>
                <a:cubicBezTo>
                  <a:pt x="245" y="8439"/>
                  <a:pt x="245" y="8488"/>
                  <a:pt x="269" y="8536"/>
                </a:cubicBezTo>
                <a:cubicBezTo>
                  <a:pt x="269" y="8585"/>
                  <a:pt x="269" y="8610"/>
                  <a:pt x="293" y="8658"/>
                </a:cubicBezTo>
                <a:cubicBezTo>
                  <a:pt x="318" y="8853"/>
                  <a:pt x="367" y="9049"/>
                  <a:pt x="391" y="9268"/>
                </a:cubicBezTo>
                <a:cubicBezTo>
                  <a:pt x="440" y="9463"/>
                  <a:pt x="513" y="9683"/>
                  <a:pt x="562" y="9878"/>
                </a:cubicBezTo>
                <a:cubicBezTo>
                  <a:pt x="635" y="10073"/>
                  <a:pt x="708" y="10268"/>
                  <a:pt x="806" y="10488"/>
                </a:cubicBezTo>
                <a:lnTo>
                  <a:pt x="806" y="10561"/>
                </a:lnTo>
                <a:cubicBezTo>
                  <a:pt x="806" y="10609"/>
                  <a:pt x="806" y="10683"/>
                  <a:pt x="830" y="10756"/>
                </a:cubicBezTo>
                <a:lnTo>
                  <a:pt x="903" y="11024"/>
                </a:lnTo>
                <a:lnTo>
                  <a:pt x="952" y="11097"/>
                </a:lnTo>
                <a:lnTo>
                  <a:pt x="1220" y="11097"/>
                </a:lnTo>
                <a:cubicBezTo>
                  <a:pt x="1391" y="11097"/>
                  <a:pt x="1586" y="11073"/>
                  <a:pt x="1781" y="11024"/>
                </a:cubicBezTo>
                <a:cubicBezTo>
                  <a:pt x="2171" y="10902"/>
                  <a:pt x="2537" y="10609"/>
                  <a:pt x="2488" y="10146"/>
                </a:cubicBezTo>
                <a:lnTo>
                  <a:pt x="2537" y="10146"/>
                </a:lnTo>
                <a:cubicBezTo>
                  <a:pt x="2537" y="10146"/>
                  <a:pt x="2464" y="10000"/>
                  <a:pt x="2464" y="10000"/>
                </a:cubicBezTo>
                <a:cubicBezTo>
                  <a:pt x="2415" y="9780"/>
                  <a:pt x="2318" y="9683"/>
                  <a:pt x="2366" y="9683"/>
                </a:cubicBezTo>
                <a:lnTo>
                  <a:pt x="2464" y="9975"/>
                </a:lnTo>
                <a:cubicBezTo>
                  <a:pt x="2445" y="9889"/>
                  <a:pt x="2441" y="9859"/>
                  <a:pt x="2447" y="9859"/>
                </a:cubicBezTo>
                <a:cubicBezTo>
                  <a:pt x="2457" y="9859"/>
                  <a:pt x="2493" y="9931"/>
                  <a:pt x="2537" y="9975"/>
                </a:cubicBezTo>
                <a:cubicBezTo>
                  <a:pt x="2488" y="9878"/>
                  <a:pt x="2488" y="9805"/>
                  <a:pt x="2464" y="9731"/>
                </a:cubicBezTo>
                <a:cubicBezTo>
                  <a:pt x="2458" y="9720"/>
                  <a:pt x="2455" y="9715"/>
                  <a:pt x="2454" y="9715"/>
                </a:cubicBezTo>
                <a:cubicBezTo>
                  <a:pt x="2450" y="9715"/>
                  <a:pt x="2464" y="9767"/>
                  <a:pt x="2464" y="9805"/>
                </a:cubicBezTo>
                <a:cubicBezTo>
                  <a:pt x="2391" y="9683"/>
                  <a:pt x="2318" y="9536"/>
                  <a:pt x="2269" y="9414"/>
                </a:cubicBezTo>
                <a:cubicBezTo>
                  <a:pt x="2220" y="9195"/>
                  <a:pt x="2342" y="9366"/>
                  <a:pt x="2269" y="9097"/>
                </a:cubicBezTo>
                <a:cubicBezTo>
                  <a:pt x="2220" y="8878"/>
                  <a:pt x="2171" y="8683"/>
                  <a:pt x="2123" y="8463"/>
                </a:cubicBezTo>
                <a:lnTo>
                  <a:pt x="2049" y="8122"/>
                </a:lnTo>
                <a:lnTo>
                  <a:pt x="2049" y="8049"/>
                </a:lnTo>
                <a:lnTo>
                  <a:pt x="2049" y="8024"/>
                </a:lnTo>
                <a:cubicBezTo>
                  <a:pt x="2049" y="7975"/>
                  <a:pt x="2049" y="7951"/>
                  <a:pt x="2074" y="7927"/>
                </a:cubicBezTo>
                <a:lnTo>
                  <a:pt x="2074" y="7878"/>
                </a:lnTo>
                <a:lnTo>
                  <a:pt x="2098" y="7878"/>
                </a:lnTo>
                <a:cubicBezTo>
                  <a:pt x="2123" y="7902"/>
                  <a:pt x="2098" y="7902"/>
                  <a:pt x="2123" y="7927"/>
                </a:cubicBezTo>
                <a:lnTo>
                  <a:pt x="2147" y="7927"/>
                </a:lnTo>
                <a:cubicBezTo>
                  <a:pt x="2147" y="7943"/>
                  <a:pt x="2147" y="7959"/>
                  <a:pt x="2147" y="7975"/>
                </a:cubicBezTo>
                <a:lnTo>
                  <a:pt x="2220" y="8049"/>
                </a:lnTo>
                <a:lnTo>
                  <a:pt x="2586" y="8317"/>
                </a:lnTo>
                <a:cubicBezTo>
                  <a:pt x="2635" y="8366"/>
                  <a:pt x="2708" y="8414"/>
                  <a:pt x="2781" y="8463"/>
                </a:cubicBezTo>
                <a:cubicBezTo>
                  <a:pt x="2830" y="8512"/>
                  <a:pt x="2879" y="8536"/>
                  <a:pt x="3001" y="8634"/>
                </a:cubicBezTo>
                <a:lnTo>
                  <a:pt x="3635" y="9073"/>
                </a:lnTo>
                <a:cubicBezTo>
                  <a:pt x="4025" y="9317"/>
                  <a:pt x="4293" y="9463"/>
                  <a:pt x="4293" y="9463"/>
                </a:cubicBezTo>
                <a:lnTo>
                  <a:pt x="4342" y="9390"/>
                </a:lnTo>
                <a:cubicBezTo>
                  <a:pt x="4513" y="9463"/>
                  <a:pt x="4659" y="9561"/>
                  <a:pt x="4805" y="9683"/>
                </a:cubicBezTo>
                <a:cubicBezTo>
                  <a:pt x="4830" y="9731"/>
                  <a:pt x="4879" y="9756"/>
                  <a:pt x="4903" y="9780"/>
                </a:cubicBezTo>
                <a:lnTo>
                  <a:pt x="5025" y="9853"/>
                </a:lnTo>
                <a:lnTo>
                  <a:pt x="5220" y="9927"/>
                </a:lnTo>
                <a:cubicBezTo>
                  <a:pt x="5391" y="9951"/>
                  <a:pt x="5562" y="10000"/>
                  <a:pt x="5732" y="10097"/>
                </a:cubicBezTo>
                <a:cubicBezTo>
                  <a:pt x="5805" y="10024"/>
                  <a:pt x="5879" y="9951"/>
                  <a:pt x="5952" y="9878"/>
                </a:cubicBezTo>
                <a:lnTo>
                  <a:pt x="6025" y="9805"/>
                </a:lnTo>
                <a:cubicBezTo>
                  <a:pt x="6025" y="9780"/>
                  <a:pt x="6049" y="9756"/>
                  <a:pt x="6049" y="9731"/>
                </a:cubicBezTo>
                <a:cubicBezTo>
                  <a:pt x="6049" y="9731"/>
                  <a:pt x="6146" y="9654"/>
                  <a:pt x="6167" y="9654"/>
                </a:cubicBezTo>
                <a:cubicBezTo>
                  <a:pt x="6170" y="9654"/>
                  <a:pt x="6171" y="9656"/>
                  <a:pt x="6171" y="9658"/>
                </a:cubicBezTo>
                <a:cubicBezTo>
                  <a:pt x="6171" y="9585"/>
                  <a:pt x="6269" y="9536"/>
                  <a:pt x="6342" y="9463"/>
                </a:cubicBezTo>
                <a:cubicBezTo>
                  <a:pt x="6357" y="9440"/>
                  <a:pt x="6361" y="9431"/>
                  <a:pt x="6357" y="9431"/>
                </a:cubicBezTo>
                <a:cubicBezTo>
                  <a:pt x="6349" y="9431"/>
                  <a:pt x="6310" y="9471"/>
                  <a:pt x="6293" y="9488"/>
                </a:cubicBezTo>
                <a:lnTo>
                  <a:pt x="6366" y="9390"/>
                </a:lnTo>
                <a:cubicBezTo>
                  <a:pt x="6366" y="9382"/>
                  <a:pt x="6369" y="9379"/>
                  <a:pt x="6373" y="9379"/>
                </a:cubicBezTo>
                <a:cubicBezTo>
                  <a:pt x="6378" y="9379"/>
                  <a:pt x="6385" y="9384"/>
                  <a:pt x="6388" y="9388"/>
                </a:cubicBezTo>
                <a:lnTo>
                  <a:pt x="6388" y="9388"/>
                </a:lnTo>
                <a:cubicBezTo>
                  <a:pt x="6395" y="9378"/>
                  <a:pt x="6405" y="9361"/>
                  <a:pt x="6415" y="9341"/>
                </a:cubicBezTo>
                <a:cubicBezTo>
                  <a:pt x="6464" y="9244"/>
                  <a:pt x="6586" y="9097"/>
                  <a:pt x="7074" y="8488"/>
                </a:cubicBezTo>
                <a:cubicBezTo>
                  <a:pt x="7025" y="8366"/>
                  <a:pt x="6976" y="8268"/>
                  <a:pt x="6927" y="8146"/>
                </a:cubicBezTo>
                <a:lnTo>
                  <a:pt x="6854" y="8000"/>
                </a:lnTo>
                <a:cubicBezTo>
                  <a:pt x="6830" y="7951"/>
                  <a:pt x="6805" y="7878"/>
                  <a:pt x="6805" y="7829"/>
                </a:cubicBezTo>
                <a:cubicBezTo>
                  <a:pt x="6757" y="7658"/>
                  <a:pt x="6708" y="7463"/>
                  <a:pt x="6683" y="7268"/>
                </a:cubicBezTo>
                <a:cubicBezTo>
                  <a:pt x="6659" y="7171"/>
                  <a:pt x="6635" y="7073"/>
                  <a:pt x="6610" y="6975"/>
                </a:cubicBezTo>
                <a:lnTo>
                  <a:pt x="6586" y="6683"/>
                </a:lnTo>
                <a:lnTo>
                  <a:pt x="6562" y="6561"/>
                </a:lnTo>
                <a:lnTo>
                  <a:pt x="6562" y="6488"/>
                </a:lnTo>
                <a:lnTo>
                  <a:pt x="6562" y="6366"/>
                </a:lnTo>
                <a:cubicBezTo>
                  <a:pt x="6562" y="6024"/>
                  <a:pt x="6562" y="5707"/>
                  <a:pt x="6586" y="5366"/>
                </a:cubicBezTo>
                <a:cubicBezTo>
                  <a:pt x="6586" y="5219"/>
                  <a:pt x="6610" y="5073"/>
                  <a:pt x="6610" y="4927"/>
                </a:cubicBezTo>
                <a:lnTo>
                  <a:pt x="6610" y="4878"/>
                </a:lnTo>
                <a:cubicBezTo>
                  <a:pt x="6598" y="4854"/>
                  <a:pt x="6598" y="4854"/>
                  <a:pt x="6592" y="4854"/>
                </a:cubicBezTo>
                <a:cubicBezTo>
                  <a:pt x="6586" y="4854"/>
                  <a:pt x="6574" y="4854"/>
                  <a:pt x="6537" y="4829"/>
                </a:cubicBezTo>
                <a:cubicBezTo>
                  <a:pt x="6464" y="4780"/>
                  <a:pt x="6561" y="4805"/>
                  <a:pt x="6537" y="4756"/>
                </a:cubicBezTo>
                <a:lnTo>
                  <a:pt x="6537" y="4756"/>
                </a:lnTo>
                <a:cubicBezTo>
                  <a:pt x="6562" y="4805"/>
                  <a:pt x="6586" y="4805"/>
                  <a:pt x="6586" y="4805"/>
                </a:cubicBezTo>
                <a:cubicBezTo>
                  <a:pt x="6586" y="4805"/>
                  <a:pt x="6586" y="4805"/>
                  <a:pt x="6635" y="4902"/>
                </a:cubicBezTo>
                <a:lnTo>
                  <a:pt x="6610" y="4805"/>
                </a:lnTo>
                <a:lnTo>
                  <a:pt x="6635" y="4854"/>
                </a:lnTo>
                <a:cubicBezTo>
                  <a:pt x="6635" y="4854"/>
                  <a:pt x="6635" y="4829"/>
                  <a:pt x="6635" y="4829"/>
                </a:cubicBezTo>
                <a:cubicBezTo>
                  <a:pt x="6635" y="4800"/>
                  <a:pt x="6635" y="4790"/>
                  <a:pt x="6636" y="4790"/>
                </a:cubicBezTo>
                <a:cubicBezTo>
                  <a:pt x="6638" y="4790"/>
                  <a:pt x="6644" y="4814"/>
                  <a:pt x="6659" y="4829"/>
                </a:cubicBezTo>
                <a:cubicBezTo>
                  <a:pt x="6659" y="4829"/>
                  <a:pt x="6659" y="4805"/>
                  <a:pt x="6683" y="4780"/>
                </a:cubicBezTo>
                <a:lnTo>
                  <a:pt x="6708" y="4780"/>
                </a:lnTo>
                <a:cubicBezTo>
                  <a:pt x="6708" y="4780"/>
                  <a:pt x="6708" y="4756"/>
                  <a:pt x="6757" y="4756"/>
                </a:cubicBezTo>
                <a:cubicBezTo>
                  <a:pt x="6781" y="4756"/>
                  <a:pt x="6757" y="4756"/>
                  <a:pt x="6757" y="4780"/>
                </a:cubicBezTo>
                <a:lnTo>
                  <a:pt x="6830" y="4854"/>
                </a:lnTo>
                <a:cubicBezTo>
                  <a:pt x="6903" y="4902"/>
                  <a:pt x="6976" y="4951"/>
                  <a:pt x="6976" y="5000"/>
                </a:cubicBezTo>
                <a:cubicBezTo>
                  <a:pt x="7053" y="5058"/>
                  <a:pt x="7238" y="5269"/>
                  <a:pt x="7299" y="5269"/>
                </a:cubicBezTo>
                <a:cubicBezTo>
                  <a:pt x="7315" y="5269"/>
                  <a:pt x="7323" y="5255"/>
                  <a:pt x="7318" y="5219"/>
                </a:cubicBezTo>
                <a:lnTo>
                  <a:pt x="7318" y="5219"/>
                </a:lnTo>
                <a:cubicBezTo>
                  <a:pt x="7337" y="5278"/>
                  <a:pt x="7483" y="5479"/>
                  <a:pt x="7450" y="5479"/>
                </a:cubicBezTo>
                <a:cubicBezTo>
                  <a:pt x="7443" y="5479"/>
                  <a:pt x="7424" y="5467"/>
                  <a:pt x="7391" y="5439"/>
                </a:cubicBezTo>
                <a:lnTo>
                  <a:pt x="7391" y="5439"/>
                </a:lnTo>
                <a:cubicBezTo>
                  <a:pt x="7464" y="5512"/>
                  <a:pt x="7537" y="5610"/>
                  <a:pt x="7635" y="5683"/>
                </a:cubicBezTo>
                <a:lnTo>
                  <a:pt x="7537" y="5536"/>
                </a:lnTo>
                <a:lnTo>
                  <a:pt x="7537" y="5536"/>
                </a:lnTo>
                <a:cubicBezTo>
                  <a:pt x="7732" y="5780"/>
                  <a:pt x="7952" y="6000"/>
                  <a:pt x="8196" y="6195"/>
                </a:cubicBezTo>
                <a:lnTo>
                  <a:pt x="8098" y="6073"/>
                </a:lnTo>
                <a:lnTo>
                  <a:pt x="8098" y="6073"/>
                </a:lnTo>
                <a:cubicBezTo>
                  <a:pt x="8269" y="6244"/>
                  <a:pt x="8440" y="6414"/>
                  <a:pt x="8440" y="6536"/>
                </a:cubicBezTo>
                <a:lnTo>
                  <a:pt x="8464" y="6561"/>
                </a:lnTo>
                <a:lnTo>
                  <a:pt x="8805" y="6902"/>
                </a:lnTo>
                <a:cubicBezTo>
                  <a:pt x="9000" y="7097"/>
                  <a:pt x="9220" y="7292"/>
                  <a:pt x="9439" y="7488"/>
                </a:cubicBezTo>
                <a:lnTo>
                  <a:pt x="9293" y="7317"/>
                </a:lnTo>
                <a:lnTo>
                  <a:pt x="9293" y="7317"/>
                </a:lnTo>
                <a:cubicBezTo>
                  <a:pt x="9415" y="7414"/>
                  <a:pt x="9659" y="7634"/>
                  <a:pt x="9952" y="7878"/>
                </a:cubicBezTo>
                <a:cubicBezTo>
                  <a:pt x="10122" y="7853"/>
                  <a:pt x="10269" y="7829"/>
                  <a:pt x="10391" y="7805"/>
                </a:cubicBezTo>
                <a:cubicBezTo>
                  <a:pt x="10513" y="7805"/>
                  <a:pt x="10683" y="7780"/>
                  <a:pt x="10830" y="7756"/>
                </a:cubicBezTo>
                <a:cubicBezTo>
                  <a:pt x="10952" y="7707"/>
                  <a:pt x="11074" y="7634"/>
                  <a:pt x="11196" y="7561"/>
                </a:cubicBezTo>
                <a:lnTo>
                  <a:pt x="11391" y="7463"/>
                </a:lnTo>
                <a:cubicBezTo>
                  <a:pt x="11439" y="7414"/>
                  <a:pt x="11488" y="7390"/>
                  <a:pt x="11586" y="7341"/>
                </a:cubicBezTo>
                <a:cubicBezTo>
                  <a:pt x="11683" y="6878"/>
                  <a:pt x="11781" y="6414"/>
                  <a:pt x="11854" y="5951"/>
                </a:cubicBezTo>
                <a:lnTo>
                  <a:pt x="11854" y="5951"/>
                </a:lnTo>
                <a:cubicBezTo>
                  <a:pt x="11854" y="5951"/>
                  <a:pt x="11830" y="6024"/>
                  <a:pt x="11805" y="6097"/>
                </a:cubicBezTo>
                <a:lnTo>
                  <a:pt x="11757" y="6219"/>
                </a:lnTo>
                <a:lnTo>
                  <a:pt x="11757" y="6146"/>
                </a:lnTo>
                <a:cubicBezTo>
                  <a:pt x="11757" y="6073"/>
                  <a:pt x="11757" y="6000"/>
                  <a:pt x="11781" y="5951"/>
                </a:cubicBezTo>
                <a:cubicBezTo>
                  <a:pt x="11781" y="5805"/>
                  <a:pt x="11805" y="5658"/>
                  <a:pt x="11805" y="5658"/>
                </a:cubicBezTo>
                <a:cubicBezTo>
                  <a:pt x="11805" y="5698"/>
                  <a:pt x="11886" y="5900"/>
                  <a:pt x="11890" y="6000"/>
                </a:cubicBezTo>
                <a:lnTo>
                  <a:pt x="11890" y="6000"/>
                </a:lnTo>
                <a:cubicBezTo>
                  <a:pt x="11911" y="5905"/>
                  <a:pt x="11935" y="5778"/>
                  <a:pt x="11976" y="5634"/>
                </a:cubicBezTo>
                <a:cubicBezTo>
                  <a:pt x="11976" y="5536"/>
                  <a:pt x="12000" y="5439"/>
                  <a:pt x="12025" y="5341"/>
                </a:cubicBezTo>
                <a:cubicBezTo>
                  <a:pt x="12025" y="5244"/>
                  <a:pt x="12049" y="5195"/>
                  <a:pt x="12049" y="5122"/>
                </a:cubicBezTo>
                <a:cubicBezTo>
                  <a:pt x="12098" y="4854"/>
                  <a:pt x="12147" y="4512"/>
                  <a:pt x="12196" y="4122"/>
                </a:cubicBezTo>
                <a:cubicBezTo>
                  <a:pt x="12220" y="3878"/>
                  <a:pt x="12244" y="3610"/>
                  <a:pt x="12293" y="3341"/>
                </a:cubicBezTo>
                <a:cubicBezTo>
                  <a:pt x="12293" y="3219"/>
                  <a:pt x="12317" y="3122"/>
                  <a:pt x="12342" y="3000"/>
                </a:cubicBezTo>
                <a:cubicBezTo>
                  <a:pt x="12342" y="2927"/>
                  <a:pt x="12366" y="2829"/>
                  <a:pt x="12391" y="2756"/>
                </a:cubicBezTo>
                <a:cubicBezTo>
                  <a:pt x="12391" y="2707"/>
                  <a:pt x="12415" y="2683"/>
                  <a:pt x="12439" y="2658"/>
                </a:cubicBezTo>
                <a:cubicBezTo>
                  <a:pt x="12439" y="2683"/>
                  <a:pt x="12464" y="2707"/>
                  <a:pt x="12464" y="2732"/>
                </a:cubicBezTo>
                <a:cubicBezTo>
                  <a:pt x="12488" y="2805"/>
                  <a:pt x="12513" y="2902"/>
                  <a:pt x="12513" y="2976"/>
                </a:cubicBezTo>
                <a:cubicBezTo>
                  <a:pt x="12531" y="2976"/>
                  <a:pt x="12521" y="2903"/>
                  <a:pt x="12538" y="2903"/>
                </a:cubicBezTo>
                <a:cubicBezTo>
                  <a:pt x="12543" y="2903"/>
                  <a:pt x="12550" y="2910"/>
                  <a:pt x="12561" y="2927"/>
                </a:cubicBezTo>
                <a:cubicBezTo>
                  <a:pt x="12561" y="2976"/>
                  <a:pt x="12561" y="3000"/>
                  <a:pt x="12561" y="3024"/>
                </a:cubicBezTo>
                <a:cubicBezTo>
                  <a:pt x="12561" y="3024"/>
                  <a:pt x="12575" y="3065"/>
                  <a:pt x="12582" y="3065"/>
                </a:cubicBezTo>
                <a:cubicBezTo>
                  <a:pt x="12584" y="3065"/>
                  <a:pt x="12586" y="3061"/>
                  <a:pt x="12586" y="3049"/>
                </a:cubicBezTo>
                <a:cubicBezTo>
                  <a:pt x="12561" y="2951"/>
                  <a:pt x="12561" y="2854"/>
                  <a:pt x="12537" y="2732"/>
                </a:cubicBezTo>
                <a:lnTo>
                  <a:pt x="12537" y="2732"/>
                </a:lnTo>
                <a:lnTo>
                  <a:pt x="12610" y="2854"/>
                </a:lnTo>
                <a:lnTo>
                  <a:pt x="12610" y="2927"/>
                </a:lnTo>
                <a:cubicBezTo>
                  <a:pt x="12610" y="2927"/>
                  <a:pt x="12628" y="2873"/>
                  <a:pt x="12664" y="2873"/>
                </a:cubicBezTo>
                <a:cubicBezTo>
                  <a:pt x="12670" y="2873"/>
                  <a:pt x="12676" y="2874"/>
                  <a:pt x="12683" y="2878"/>
                </a:cubicBezTo>
                <a:cubicBezTo>
                  <a:pt x="12708" y="2878"/>
                  <a:pt x="12708" y="2902"/>
                  <a:pt x="12732" y="2927"/>
                </a:cubicBezTo>
                <a:cubicBezTo>
                  <a:pt x="12781" y="3049"/>
                  <a:pt x="12854" y="3146"/>
                  <a:pt x="12927" y="3244"/>
                </a:cubicBezTo>
                <a:cubicBezTo>
                  <a:pt x="13074" y="3488"/>
                  <a:pt x="13220" y="3707"/>
                  <a:pt x="13366" y="3951"/>
                </a:cubicBezTo>
                <a:cubicBezTo>
                  <a:pt x="13342" y="3951"/>
                  <a:pt x="13269" y="3854"/>
                  <a:pt x="13171" y="3756"/>
                </a:cubicBezTo>
                <a:lnTo>
                  <a:pt x="13171" y="3756"/>
                </a:lnTo>
                <a:cubicBezTo>
                  <a:pt x="13220" y="3829"/>
                  <a:pt x="13269" y="3902"/>
                  <a:pt x="13317" y="4000"/>
                </a:cubicBezTo>
                <a:cubicBezTo>
                  <a:pt x="13309" y="3973"/>
                  <a:pt x="13309" y="3963"/>
                  <a:pt x="13314" y="3963"/>
                </a:cubicBezTo>
                <a:cubicBezTo>
                  <a:pt x="13335" y="3963"/>
                  <a:pt x="13438" y="4115"/>
                  <a:pt x="13446" y="4115"/>
                </a:cubicBezTo>
                <a:cubicBezTo>
                  <a:pt x="13448" y="4115"/>
                  <a:pt x="13446" y="4110"/>
                  <a:pt x="13439" y="4097"/>
                </a:cubicBezTo>
                <a:lnTo>
                  <a:pt x="13439" y="4097"/>
                </a:lnTo>
                <a:cubicBezTo>
                  <a:pt x="13781" y="4415"/>
                  <a:pt x="14025" y="4951"/>
                  <a:pt x="14317" y="5268"/>
                </a:cubicBezTo>
                <a:cubicBezTo>
                  <a:pt x="14415" y="5244"/>
                  <a:pt x="16171" y="5097"/>
                  <a:pt x="16244" y="5049"/>
                </a:cubicBezTo>
                <a:cubicBezTo>
                  <a:pt x="16317" y="5146"/>
                  <a:pt x="16391" y="5268"/>
                  <a:pt x="16415" y="5293"/>
                </a:cubicBezTo>
                <a:cubicBezTo>
                  <a:pt x="16366" y="5171"/>
                  <a:pt x="16293" y="5049"/>
                  <a:pt x="16195" y="4927"/>
                </a:cubicBezTo>
                <a:lnTo>
                  <a:pt x="16122" y="4951"/>
                </a:lnTo>
                <a:cubicBezTo>
                  <a:pt x="15952" y="4707"/>
                  <a:pt x="16122" y="4878"/>
                  <a:pt x="15952" y="4634"/>
                </a:cubicBezTo>
                <a:cubicBezTo>
                  <a:pt x="15956" y="4629"/>
                  <a:pt x="15962" y="4627"/>
                  <a:pt x="15968" y="4627"/>
                </a:cubicBezTo>
                <a:cubicBezTo>
                  <a:pt x="16028" y="4627"/>
                  <a:pt x="16161" y="4823"/>
                  <a:pt x="16293" y="5000"/>
                </a:cubicBezTo>
                <a:cubicBezTo>
                  <a:pt x="16171" y="4829"/>
                  <a:pt x="16073" y="4634"/>
                  <a:pt x="15976" y="4585"/>
                </a:cubicBezTo>
                <a:cubicBezTo>
                  <a:pt x="15878" y="4390"/>
                  <a:pt x="16049" y="4585"/>
                  <a:pt x="15927" y="4341"/>
                </a:cubicBezTo>
                <a:cubicBezTo>
                  <a:pt x="15781" y="4195"/>
                  <a:pt x="15659" y="4049"/>
                  <a:pt x="15561" y="3878"/>
                </a:cubicBezTo>
                <a:cubicBezTo>
                  <a:pt x="15342" y="3439"/>
                  <a:pt x="15098" y="3293"/>
                  <a:pt x="14903" y="2878"/>
                </a:cubicBezTo>
                <a:lnTo>
                  <a:pt x="14903" y="2878"/>
                </a:lnTo>
                <a:lnTo>
                  <a:pt x="14927" y="2927"/>
                </a:lnTo>
                <a:cubicBezTo>
                  <a:pt x="14882" y="2791"/>
                  <a:pt x="14689" y="2570"/>
                  <a:pt x="14564" y="2325"/>
                </a:cubicBezTo>
                <a:lnTo>
                  <a:pt x="14564" y="2325"/>
                </a:lnTo>
                <a:cubicBezTo>
                  <a:pt x="14571" y="2347"/>
                  <a:pt x="14571" y="2363"/>
                  <a:pt x="14562" y="2363"/>
                </a:cubicBezTo>
                <a:cubicBezTo>
                  <a:pt x="14552" y="2363"/>
                  <a:pt x="14528" y="2338"/>
                  <a:pt x="14488" y="2268"/>
                </a:cubicBezTo>
                <a:cubicBezTo>
                  <a:pt x="14147" y="1732"/>
                  <a:pt x="13903" y="1390"/>
                  <a:pt x="13659" y="951"/>
                </a:cubicBezTo>
                <a:lnTo>
                  <a:pt x="13391" y="659"/>
                </a:lnTo>
                <a:lnTo>
                  <a:pt x="130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53"/>
          <p:cNvSpPr/>
          <p:nvPr/>
        </p:nvSpPr>
        <p:spPr>
          <a:xfrm flipH="1" rot="8386467">
            <a:off x="8595936" y="447420"/>
            <a:ext cx="521751" cy="434782"/>
          </a:xfrm>
          <a:custGeom>
            <a:rect b="b" l="l" r="r" t="t"/>
            <a:pathLst>
              <a:path extrusionOk="0" h="13293" w="15952">
                <a:moveTo>
                  <a:pt x="1965" y="4136"/>
                </a:moveTo>
                <a:cubicBezTo>
                  <a:pt x="1969" y="4136"/>
                  <a:pt x="1973" y="4139"/>
                  <a:pt x="1976" y="4147"/>
                </a:cubicBezTo>
                <a:lnTo>
                  <a:pt x="1853" y="4285"/>
                </a:lnTo>
                <a:lnTo>
                  <a:pt x="1853" y="4285"/>
                </a:lnTo>
                <a:cubicBezTo>
                  <a:pt x="1921" y="4199"/>
                  <a:pt x="1947" y="4136"/>
                  <a:pt x="1965" y="4136"/>
                </a:cubicBezTo>
                <a:close/>
                <a:moveTo>
                  <a:pt x="4077" y="7219"/>
                </a:moveTo>
                <a:lnTo>
                  <a:pt x="4077" y="7219"/>
                </a:lnTo>
                <a:cubicBezTo>
                  <a:pt x="4076" y="7219"/>
                  <a:pt x="4075" y="7219"/>
                  <a:pt x="4074" y="7220"/>
                </a:cubicBezTo>
                <a:cubicBezTo>
                  <a:pt x="4076" y="7220"/>
                  <a:pt x="4077" y="7219"/>
                  <a:pt x="4077" y="7219"/>
                </a:cubicBezTo>
                <a:close/>
                <a:moveTo>
                  <a:pt x="10333" y="9981"/>
                </a:moveTo>
                <a:lnTo>
                  <a:pt x="10293" y="10000"/>
                </a:lnTo>
                <a:cubicBezTo>
                  <a:pt x="10305" y="10000"/>
                  <a:pt x="10318" y="9993"/>
                  <a:pt x="10333" y="9981"/>
                </a:cubicBezTo>
                <a:close/>
                <a:moveTo>
                  <a:pt x="3928" y="0"/>
                </a:moveTo>
                <a:lnTo>
                  <a:pt x="3684" y="195"/>
                </a:lnTo>
                <a:lnTo>
                  <a:pt x="3708" y="122"/>
                </a:lnTo>
                <a:lnTo>
                  <a:pt x="3708" y="122"/>
                </a:lnTo>
                <a:cubicBezTo>
                  <a:pt x="3464" y="293"/>
                  <a:pt x="3171" y="537"/>
                  <a:pt x="2879" y="756"/>
                </a:cubicBezTo>
                <a:cubicBezTo>
                  <a:pt x="2732" y="854"/>
                  <a:pt x="2586" y="976"/>
                  <a:pt x="2464" y="1098"/>
                </a:cubicBezTo>
                <a:lnTo>
                  <a:pt x="2147" y="1366"/>
                </a:lnTo>
                <a:cubicBezTo>
                  <a:pt x="2074" y="1464"/>
                  <a:pt x="1976" y="1537"/>
                  <a:pt x="1879" y="1610"/>
                </a:cubicBezTo>
                <a:cubicBezTo>
                  <a:pt x="1757" y="1708"/>
                  <a:pt x="1806" y="1683"/>
                  <a:pt x="1757" y="1732"/>
                </a:cubicBezTo>
                <a:lnTo>
                  <a:pt x="1659" y="1830"/>
                </a:lnTo>
                <a:cubicBezTo>
                  <a:pt x="1513" y="1951"/>
                  <a:pt x="1367" y="2098"/>
                  <a:pt x="1220" y="2244"/>
                </a:cubicBezTo>
                <a:cubicBezTo>
                  <a:pt x="1074" y="2390"/>
                  <a:pt x="952" y="2561"/>
                  <a:pt x="806" y="2732"/>
                </a:cubicBezTo>
                <a:cubicBezTo>
                  <a:pt x="684" y="2903"/>
                  <a:pt x="562" y="3073"/>
                  <a:pt x="440" y="3269"/>
                </a:cubicBezTo>
                <a:lnTo>
                  <a:pt x="391" y="3317"/>
                </a:lnTo>
                <a:cubicBezTo>
                  <a:pt x="342" y="3366"/>
                  <a:pt x="293" y="3415"/>
                  <a:pt x="245" y="3464"/>
                </a:cubicBezTo>
                <a:lnTo>
                  <a:pt x="50" y="3659"/>
                </a:lnTo>
                <a:lnTo>
                  <a:pt x="1" y="3732"/>
                </a:lnTo>
                <a:cubicBezTo>
                  <a:pt x="50" y="3829"/>
                  <a:pt x="98" y="3903"/>
                  <a:pt x="147" y="3976"/>
                </a:cubicBezTo>
                <a:cubicBezTo>
                  <a:pt x="269" y="4122"/>
                  <a:pt x="391" y="4268"/>
                  <a:pt x="537" y="4390"/>
                </a:cubicBezTo>
                <a:cubicBezTo>
                  <a:pt x="731" y="4539"/>
                  <a:pt x="970" y="4661"/>
                  <a:pt x="1210" y="4661"/>
                </a:cubicBezTo>
                <a:cubicBezTo>
                  <a:pt x="1363" y="4661"/>
                  <a:pt x="1517" y="4611"/>
                  <a:pt x="1659" y="4488"/>
                </a:cubicBezTo>
                <a:lnTo>
                  <a:pt x="1684" y="4537"/>
                </a:lnTo>
                <a:cubicBezTo>
                  <a:pt x="1684" y="4537"/>
                  <a:pt x="1781" y="4366"/>
                  <a:pt x="1781" y="4366"/>
                </a:cubicBezTo>
                <a:cubicBezTo>
                  <a:pt x="1794" y="4351"/>
                  <a:pt x="1806" y="4338"/>
                  <a:pt x="1816" y="4327"/>
                </a:cubicBezTo>
                <a:lnTo>
                  <a:pt x="1816" y="4327"/>
                </a:lnTo>
                <a:lnTo>
                  <a:pt x="1781" y="4366"/>
                </a:lnTo>
                <a:cubicBezTo>
                  <a:pt x="1801" y="4346"/>
                  <a:pt x="1819" y="4327"/>
                  <a:pt x="1835" y="4308"/>
                </a:cubicBezTo>
                <a:lnTo>
                  <a:pt x="1835" y="4308"/>
                </a:lnTo>
                <a:cubicBezTo>
                  <a:pt x="1850" y="4293"/>
                  <a:pt x="1860" y="4287"/>
                  <a:pt x="1865" y="4287"/>
                </a:cubicBezTo>
                <a:cubicBezTo>
                  <a:pt x="1883" y="4287"/>
                  <a:pt x="1846" y="4367"/>
                  <a:pt x="1830" y="4415"/>
                </a:cubicBezTo>
                <a:cubicBezTo>
                  <a:pt x="1879" y="4366"/>
                  <a:pt x="1928" y="4293"/>
                  <a:pt x="2001" y="4244"/>
                </a:cubicBezTo>
                <a:cubicBezTo>
                  <a:pt x="2001" y="4229"/>
                  <a:pt x="1996" y="4223"/>
                  <a:pt x="1989" y="4223"/>
                </a:cubicBezTo>
                <a:cubicBezTo>
                  <a:pt x="1973" y="4223"/>
                  <a:pt x="1944" y="4252"/>
                  <a:pt x="1928" y="4268"/>
                </a:cubicBezTo>
                <a:cubicBezTo>
                  <a:pt x="2001" y="4147"/>
                  <a:pt x="2074" y="4025"/>
                  <a:pt x="2147" y="3903"/>
                </a:cubicBezTo>
                <a:cubicBezTo>
                  <a:pt x="2205" y="3836"/>
                  <a:pt x="2228" y="3825"/>
                  <a:pt x="2246" y="3825"/>
                </a:cubicBezTo>
                <a:cubicBezTo>
                  <a:pt x="2254" y="3825"/>
                  <a:pt x="2261" y="3827"/>
                  <a:pt x="2270" y="3827"/>
                </a:cubicBezTo>
                <a:cubicBezTo>
                  <a:pt x="2290" y="3827"/>
                  <a:pt x="2318" y="3815"/>
                  <a:pt x="2391" y="3732"/>
                </a:cubicBezTo>
                <a:cubicBezTo>
                  <a:pt x="2562" y="3537"/>
                  <a:pt x="2684" y="3390"/>
                  <a:pt x="2830" y="3244"/>
                </a:cubicBezTo>
                <a:lnTo>
                  <a:pt x="3074" y="3000"/>
                </a:lnTo>
                <a:lnTo>
                  <a:pt x="3123" y="2951"/>
                </a:lnTo>
                <a:lnTo>
                  <a:pt x="3147" y="2951"/>
                </a:lnTo>
                <a:cubicBezTo>
                  <a:pt x="3171" y="2927"/>
                  <a:pt x="3196" y="2903"/>
                  <a:pt x="3245" y="2903"/>
                </a:cubicBezTo>
                <a:lnTo>
                  <a:pt x="3293" y="2903"/>
                </a:lnTo>
                <a:cubicBezTo>
                  <a:pt x="3293" y="2903"/>
                  <a:pt x="3293" y="2927"/>
                  <a:pt x="3293" y="2927"/>
                </a:cubicBezTo>
                <a:cubicBezTo>
                  <a:pt x="3269" y="2951"/>
                  <a:pt x="3269" y="2951"/>
                  <a:pt x="3269" y="2976"/>
                </a:cubicBezTo>
                <a:cubicBezTo>
                  <a:pt x="3245" y="3000"/>
                  <a:pt x="3220" y="3025"/>
                  <a:pt x="3196" y="3025"/>
                </a:cubicBezTo>
                <a:lnTo>
                  <a:pt x="3220" y="3025"/>
                </a:lnTo>
                <a:lnTo>
                  <a:pt x="3220" y="3122"/>
                </a:lnTo>
                <a:cubicBezTo>
                  <a:pt x="3220" y="3269"/>
                  <a:pt x="3196" y="3439"/>
                  <a:pt x="3196" y="3586"/>
                </a:cubicBezTo>
                <a:lnTo>
                  <a:pt x="3196" y="3829"/>
                </a:lnTo>
                <a:lnTo>
                  <a:pt x="3196" y="4122"/>
                </a:lnTo>
                <a:lnTo>
                  <a:pt x="3196" y="4903"/>
                </a:lnTo>
                <a:cubicBezTo>
                  <a:pt x="3171" y="5268"/>
                  <a:pt x="3220" y="5561"/>
                  <a:pt x="3196" y="5586"/>
                </a:cubicBezTo>
                <a:lnTo>
                  <a:pt x="3293" y="5586"/>
                </a:lnTo>
                <a:cubicBezTo>
                  <a:pt x="3318" y="5756"/>
                  <a:pt x="3318" y="5951"/>
                  <a:pt x="3293" y="6122"/>
                </a:cubicBezTo>
                <a:cubicBezTo>
                  <a:pt x="3269" y="6171"/>
                  <a:pt x="3269" y="6220"/>
                  <a:pt x="3293" y="6268"/>
                </a:cubicBezTo>
                <a:lnTo>
                  <a:pt x="3293" y="6415"/>
                </a:lnTo>
                <a:cubicBezTo>
                  <a:pt x="3293" y="6464"/>
                  <a:pt x="3318" y="6537"/>
                  <a:pt x="3318" y="6610"/>
                </a:cubicBezTo>
                <a:cubicBezTo>
                  <a:pt x="3415" y="6756"/>
                  <a:pt x="3464" y="6927"/>
                  <a:pt x="3489" y="7122"/>
                </a:cubicBezTo>
                <a:lnTo>
                  <a:pt x="3781" y="7171"/>
                </a:lnTo>
                <a:lnTo>
                  <a:pt x="3952" y="7171"/>
                </a:lnTo>
                <a:cubicBezTo>
                  <a:pt x="3952" y="7171"/>
                  <a:pt x="4076" y="7212"/>
                  <a:pt x="4077" y="7219"/>
                </a:cubicBezTo>
                <a:lnTo>
                  <a:pt x="4077" y="7219"/>
                </a:lnTo>
                <a:cubicBezTo>
                  <a:pt x="4097" y="7212"/>
                  <a:pt x="4120" y="7210"/>
                  <a:pt x="4144" y="7210"/>
                </a:cubicBezTo>
                <a:cubicBezTo>
                  <a:pt x="4204" y="7210"/>
                  <a:pt x="4273" y="7227"/>
                  <a:pt x="4342" y="7244"/>
                </a:cubicBezTo>
                <a:cubicBezTo>
                  <a:pt x="4391" y="7244"/>
                  <a:pt x="4318" y="7244"/>
                  <a:pt x="4293" y="7220"/>
                </a:cubicBezTo>
                <a:lnTo>
                  <a:pt x="4293" y="7220"/>
                </a:lnTo>
                <a:lnTo>
                  <a:pt x="4415" y="7244"/>
                </a:lnTo>
                <a:lnTo>
                  <a:pt x="4464" y="7244"/>
                </a:lnTo>
                <a:cubicBezTo>
                  <a:pt x="4489" y="7244"/>
                  <a:pt x="4489" y="7268"/>
                  <a:pt x="4464" y="7268"/>
                </a:cubicBezTo>
                <a:lnTo>
                  <a:pt x="4513" y="7268"/>
                </a:lnTo>
                <a:cubicBezTo>
                  <a:pt x="4635" y="7268"/>
                  <a:pt x="4830" y="7268"/>
                  <a:pt x="5610" y="7342"/>
                </a:cubicBezTo>
                <a:lnTo>
                  <a:pt x="5806" y="7025"/>
                </a:lnTo>
                <a:lnTo>
                  <a:pt x="5903" y="6878"/>
                </a:lnTo>
                <a:cubicBezTo>
                  <a:pt x="5928" y="6829"/>
                  <a:pt x="5952" y="6781"/>
                  <a:pt x="6001" y="6732"/>
                </a:cubicBezTo>
                <a:lnTo>
                  <a:pt x="6391" y="6317"/>
                </a:lnTo>
                <a:cubicBezTo>
                  <a:pt x="6464" y="6244"/>
                  <a:pt x="6537" y="6171"/>
                  <a:pt x="6586" y="6098"/>
                </a:cubicBezTo>
                <a:lnTo>
                  <a:pt x="6806" y="5927"/>
                </a:lnTo>
                <a:lnTo>
                  <a:pt x="6927" y="5829"/>
                </a:lnTo>
                <a:lnTo>
                  <a:pt x="6976" y="5805"/>
                </a:lnTo>
                <a:lnTo>
                  <a:pt x="7074" y="5732"/>
                </a:lnTo>
                <a:cubicBezTo>
                  <a:pt x="7342" y="5537"/>
                  <a:pt x="7610" y="5342"/>
                  <a:pt x="7903" y="5195"/>
                </a:cubicBezTo>
                <a:cubicBezTo>
                  <a:pt x="8025" y="5098"/>
                  <a:pt x="8171" y="5025"/>
                  <a:pt x="8293" y="4951"/>
                </a:cubicBezTo>
                <a:lnTo>
                  <a:pt x="8342" y="4951"/>
                </a:lnTo>
                <a:lnTo>
                  <a:pt x="8342" y="4854"/>
                </a:lnTo>
                <a:cubicBezTo>
                  <a:pt x="8342" y="4825"/>
                  <a:pt x="8346" y="4819"/>
                  <a:pt x="8352" y="4819"/>
                </a:cubicBezTo>
                <a:cubicBezTo>
                  <a:pt x="8356" y="4819"/>
                  <a:pt x="8363" y="4823"/>
                  <a:pt x="8370" y="4823"/>
                </a:cubicBezTo>
                <a:cubicBezTo>
                  <a:pt x="8376" y="4823"/>
                  <a:pt x="8384" y="4820"/>
                  <a:pt x="8391" y="4805"/>
                </a:cubicBezTo>
                <a:lnTo>
                  <a:pt x="8391" y="4878"/>
                </a:lnTo>
                <a:cubicBezTo>
                  <a:pt x="8391" y="4878"/>
                  <a:pt x="8391" y="4878"/>
                  <a:pt x="8366" y="4927"/>
                </a:cubicBezTo>
                <a:lnTo>
                  <a:pt x="8366" y="4927"/>
                </a:lnTo>
                <a:lnTo>
                  <a:pt x="8391" y="4903"/>
                </a:lnTo>
                <a:cubicBezTo>
                  <a:pt x="8405" y="4895"/>
                  <a:pt x="8413" y="4893"/>
                  <a:pt x="8417" y="4893"/>
                </a:cubicBezTo>
                <a:cubicBezTo>
                  <a:pt x="8425" y="4893"/>
                  <a:pt x="8408" y="4910"/>
                  <a:pt x="8391" y="4927"/>
                </a:cubicBezTo>
                <a:lnTo>
                  <a:pt x="8440" y="4927"/>
                </a:lnTo>
                <a:cubicBezTo>
                  <a:pt x="8464" y="4927"/>
                  <a:pt x="8464" y="4951"/>
                  <a:pt x="8440" y="4976"/>
                </a:cubicBezTo>
                <a:lnTo>
                  <a:pt x="8464" y="4976"/>
                </a:lnTo>
                <a:cubicBezTo>
                  <a:pt x="8464" y="5000"/>
                  <a:pt x="8464" y="5049"/>
                  <a:pt x="8464" y="5098"/>
                </a:cubicBezTo>
                <a:cubicBezTo>
                  <a:pt x="8464" y="5171"/>
                  <a:pt x="8464" y="5244"/>
                  <a:pt x="8415" y="5293"/>
                </a:cubicBezTo>
                <a:cubicBezTo>
                  <a:pt x="8415" y="5399"/>
                  <a:pt x="8342" y="5706"/>
                  <a:pt x="8386" y="5706"/>
                </a:cubicBezTo>
                <a:cubicBezTo>
                  <a:pt x="8393" y="5706"/>
                  <a:pt x="8402" y="5699"/>
                  <a:pt x="8415" y="5683"/>
                </a:cubicBezTo>
                <a:lnTo>
                  <a:pt x="8415" y="5683"/>
                </a:lnTo>
                <a:cubicBezTo>
                  <a:pt x="8378" y="5739"/>
                  <a:pt x="8327" y="5951"/>
                  <a:pt x="8304" y="5951"/>
                </a:cubicBezTo>
                <a:cubicBezTo>
                  <a:pt x="8297" y="5951"/>
                  <a:pt x="8293" y="5930"/>
                  <a:pt x="8293" y="5878"/>
                </a:cubicBezTo>
                <a:cubicBezTo>
                  <a:pt x="8269" y="5976"/>
                  <a:pt x="8245" y="6098"/>
                  <a:pt x="8245" y="6195"/>
                </a:cubicBezTo>
                <a:lnTo>
                  <a:pt x="8293" y="6049"/>
                </a:lnTo>
                <a:lnTo>
                  <a:pt x="8293" y="6049"/>
                </a:lnTo>
                <a:cubicBezTo>
                  <a:pt x="8196" y="6342"/>
                  <a:pt x="8147" y="6659"/>
                  <a:pt x="8098" y="6951"/>
                </a:cubicBezTo>
                <a:lnTo>
                  <a:pt x="8171" y="6805"/>
                </a:lnTo>
                <a:lnTo>
                  <a:pt x="8171" y="6805"/>
                </a:lnTo>
                <a:cubicBezTo>
                  <a:pt x="8147" y="7000"/>
                  <a:pt x="8074" y="7195"/>
                  <a:pt x="7976" y="7366"/>
                </a:cubicBezTo>
                <a:lnTo>
                  <a:pt x="8025" y="7098"/>
                </a:lnTo>
                <a:lnTo>
                  <a:pt x="8025" y="7098"/>
                </a:lnTo>
                <a:cubicBezTo>
                  <a:pt x="8001" y="7195"/>
                  <a:pt x="7976" y="7293"/>
                  <a:pt x="7952" y="7390"/>
                </a:cubicBezTo>
                <a:cubicBezTo>
                  <a:pt x="7927" y="7561"/>
                  <a:pt x="7903" y="7707"/>
                  <a:pt x="7879" y="7854"/>
                </a:cubicBezTo>
                <a:cubicBezTo>
                  <a:pt x="7806" y="8146"/>
                  <a:pt x="7781" y="8439"/>
                  <a:pt x="7757" y="8732"/>
                </a:cubicBezTo>
                <a:lnTo>
                  <a:pt x="7781" y="8512"/>
                </a:lnTo>
                <a:lnTo>
                  <a:pt x="7781" y="8512"/>
                </a:lnTo>
                <a:cubicBezTo>
                  <a:pt x="7781" y="8683"/>
                  <a:pt x="7732" y="8976"/>
                  <a:pt x="7684" y="9366"/>
                </a:cubicBezTo>
                <a:cubicBezTo>
                  <a:pt x="7830" y="9512"/>
                  <a:pt x="7903" y="9585"/>
                  <a:pt x="8001" y="9707"/>
                </a:cubicBezTo>
                <a:cubicBezTo>
                  <a:pt x="8098" y="9805"/>
                  <a:pt x="8196" y="9927"/>
                  <a:pt x="8269" y="10049"/>
                </a:cubicBezTo>
                <a:cubicBezTo>
                  <a:pt x="8391" y="10122"/>
                  <a:pt x="8537" y="10171"/>
                  <a:pt x="8659" y="10244"/>
                </a:cubicBezTo>
                <a:lnTo>
                  <a:pt x="8854" y="10342"/>
                </a:lnTo>
                <a:lnTo>
                  <a:pt x="9049" y="10415"/>
                </a:lnTo>
                <a:cubicBezTo>
                  <a:pt x="9488" y="10268"/>
                  <a:pt x="9927" y="10098"/>
                  <a:pt x="10366" y="9902"/>
                </a:cubicBezTo>
                <a:lnTo>
                  <a:pt x="10366" y="9902"/>
                </a:lnTo>
                <a:lnTo>
                  <a:pt x="10220" y="9927"/>
                </a:lnTo>
                <a:lnTo>
                  <a:pt x="10074" y="9951"/>
                </a:lnTo>
                <a:lnTo>
                  <a:pt x="10074" y="9951"/>
                </a:lnTo>
                <a:lnTo>
                  <a:pt x="10147" y="9902"/>
                </a:lnTo>
                <a:cubicBezTo>
                  <a:pt x="10220" y="9878"/>
                  <a:pt x="10269" y="9854"/>
                  <a:pt x="10342" y="9829"/>
                </a:cubicBezTo>
                <a:lnTo>
                  <a:pt x="10582" y="9685"/>
                </a:lnTo>
                <a:lnTo>
                  <a:pt x="10582" y="9685"/>
                </a:lnTo>
                <a:cubicBezTo>
                  <a:pt x="10537" y="9716"/>
                  <a:pt x="10414" y="9918"/>
                  <a:pt x="10333" y="9981"/>
                </a:cubicBezTo>
                <a:lnTo>
                  <a:pt x="10333" y="9981"/>
                </a:lnTo>
                <a:lnTo>
                  <a:pt x="10708" y="9805"/>
                </a:lnTo>
                <a:lnTo>
                  <a:pt x="10976" y="9707"/>
                </a:lnTo>
                <a:lnTo>
                  <a:pt x="11147" y="9610"/>
                </a:lnTo>
                <a:cubicBezTo>
                  <a:pt x="11415" y="9488"/>
                  <a:pt x="11732" y="9317"/>
                  <a:pt x="12074" y="9171"/>
                </a:cubicBezTo>
                <a:lnTo>
                  <a:pt x="12781" y="8805"/>
                </a:lnTo>
                <a:cubicBezTo>
                  <a:pt x="12879" y="8756"/>
                  <a:pt x="13001" y="8707"/>
                  <a:pt x="13074" y="8659"/>
                </a:cubicBezTo>
                <a:cubicBezTo>
                  <a:pt x="13171" y="8610"/>
                  <a:pt x="13244" y="8585"/>
                  <a:pt x="13342" y="8561"/>
                </a:cubicBezTo>
                <a:lnTo>
                  <a:pt x="13415" y="8537"/>
                </a:lnTo>
                <a:lnTo>
                  <a:pt x="13415" y="8537"/>
                </a:lnTo>
                <a:cubicBezTo>
                  <a:pt x="13415" y="8561"/>
                  <a:pt x="13391" y="8585"/>
                  <a:pt x="13391" y="8610"/>
                </a:cubicBezTo>
                <a:cubicBezTo>
                  <a:pt x="13342" y="8683"/>
                  <a:pt x="13269" y="8732"/>
                  <a:pt x="13220" y="8781"/>
                </a:cubicBezTo>
                <a:cubicBezTo>
                  <a:pt x="13220" y="8791"/>
                  <a:pt x="13223" y="8795"/>
                  <a:pt x="13228" y="8795"/>
                </a:cubicBezTo>
                <a:cubicBezTo>
                  <a:pt x="13242" y="8795"/>
                  <a:pt x="13267" y="8766"/>
                  <a:pt x="13273" y="8766"/>
                </a:cubicBezTo>
                <a:cubicBezTo>
                  <a:pt x="13275" y="8766"/>
                  <a:pt x="13274" y="8770"/>
                  <a:pt x="13269" y="8781"/>
                </a:cubicBezTo>
                <a:cubicBezTo>
                  <a:pt x="13244" y="8805"/>
                  <a:pt x="13220" y="8829"/>
                  <a:pt x="13196" y="8829"/>
                </a:cubicBezTo>
                <a:cubicBezTo>
                  <a:pt x="13196" y="8829"/>
                  <a:pt x="13160" y="8883"/>
                  <a:pt x="13180" y="8883"/>
                </a:cubicBezTo>
                <a:cubicBezTo>
                  <a:pt x="13184" y="8883"/>
                  <a:pt x="13189" y="8882"/>
                  <a:pt x="13196" y="8878"/>
                </a:cubicBezTo>
                <a:cubicBezTo>
                  <a:pt x="13220" y="8854"/>
                  <a:pt x="13342" y="8756"/>
                  <a:pt x="13415" y="8683"/>
                </a:cubicBezTo>
                <a:lnTo>
                  <a:pt x="13415" y="8683"/>
                </a:lnTo>
                <a:lnTo>
                  <a:pt x="13366" y="8781"/>
                </a:lnTo>
                <a:lnTo>
                  <a:pt x="13293" y="8829"/>
                </a:lnTo>
                <a:cubicBezTo>
                  <a:pt x="13293" y="8829"/>
                  <a:pt x="13311" y="8823"/>
                  <a:pt x="13333" y="8823"/>
                </a:cubicBezTo>
                <a:cubicBezTo>
                  <a:pt x="13354" y="8823"/>
                  <a:pt x="13379" y="8829"/>
                  <a:pt x="13391" y="8854"/>
                </a:cubicBezTo>
                <a:cubicBezTo>
                  <a:pt x="13391" y="8878"/>
                  <a:pt x="13366" y="8903"/>
                  <a:pt x="13342" y="8927"/>
                </a:cubicBezTo>
                <a:cubicBezTo>
                  <a:pt x="13293" y="9049"/>
                  <a:pt x="13244" y="9146"/>
                  <a:pt x="13220" y="9244"/>
                </a:cubicBezTo>
                <a:lnTo>
                  <a:pt x="12879" y="10024"/>
                </a:lnTo>
                <a:cubicBezTo>
                  <a:pt x="12879" y="9927"/>
                  <a:pt x="12903" y="9829"/>
                  <a:pt x="12927" y="9756"/>
                </a:cubicBezTo>
                <a:lnTo>
                  <a:pt x="12927" y="9756"/>
                </a:lnTo>
                <a:cubicBezTo>
                  <a:pt x="12903" y="9829"/>
                  <a:pt x="12854" y="9927"/>
                  <a:pt x="12805" y="10000"/>
                </a:cubicBezTo>
                <a:cubicBezTo>
                  <a:pt x="12819" y="9983"/>
                  <a:pt x="12827" y="9976"/>
                  <a:pt x="12832" y="9976"/>
                </a:cubicBezTo>
                <a:cubicBezTo>
                  <a:pt x="12857" y="9976"/>
                  <a:pt x="12771" y="10187"/>
                  <a:pt x="12789" y="10187"/>
                </a:cubicBezTo>
                <a:cubicBezTo>
                  <a:pt x="12792" y="10187"/>
                  <a:pt x="12797" y="10182"/>
                  <a:pt x="12805" y="10171"/>
                </a:cubicBezTo>
                <a:lnTo>
                  <a:pt x="12805" y="10171"/>
                </a:lnTo>
                <a:cubicBezTo>
                  <a:pt x="12732" y="10634"/>
                  <a:pt x="12415" y="11122"/>
                  <a:pt x="12318" y="11537"/>
                </a:cubicBezTo>
                <a:cubicBezTo>
                  <a:pt x="12391" y="11610"/>
                  <a:pt x="13488" y="12976"/>
                  <a:pt x="13586" y="13024"/>
                </a:cubicBezTo>
                <a:cubicBezTo>
                  <a:pt x="13570" y="13088"/>
                  <a:pt x="13543" y="13152"/>
                  <a:pt x="13513" y="13209"/>
                </a:cubicBezTo>
                <a:lnTo>
                  <a:pt x="13513" y="13209"/>
                </a:lnTo>
                <a:cubicBezTo>
                  <a:pt x="13568" y="13115"/>
                  <a:pt x="13616" y="13021"/>
                  <a:pt x="13635" y="12927"/>
                </a:cubicBezTo>
                <a:lnTo>
                  <a:pt x="13586" y="12878"/>
                </a:lnTo>
                <a:cubicBezTo>
                  <a:pt x="13683" y="12585"/>
                  <a:pt x="13659" y="12829"/>
                  <a:pt x="13757" y="12561"/>
                </a:cubicBezTo>
                <a:cubicBezTo>
                  <a:pt x="13805" y="12561"/>
                  <a:pt x="13732" y="12805"/>
                  <a:pt x="13635" y="13024"/>
                </a:cubicBezTo>
                <a:cubicBezTo>
                  <a:pt x="13732" y="12878"/>
                  <a:pt x="13781" y="12732"/>
                  <a:pt x="13830" y="12561"/>
                </a:cubicBezTo>
                <a:cubicBezTo>
                  <a:pt x="13869" y="12483"/>
                  <a:pt x="13884" y="12471"/>
                  <a:pt x="13895" y="12471"/>
                </a:cubicBezTo>
                <a:cubicBezTo>
                  <a:pt x="13900" y="12471"/>
                  <a:pt x="13904" y="12473"/>
                  <a:pt x="13908" y="12473"/>
                </a:cubicBezTo>
                <a:cubicBezTo>
                  <a:pt x="13919" y="12473"/>
                  <a:pt x="13934" y="12460"/>
                  <a:pt x="13976" y="12366"/>
                </a:cubicBezTo>
                <a:cubicBezTo>
                  <a:pt x="14025" y="12171"/>
                  <a:pt x="14098" y="12000"/>
                  <a:pt x="14196" y="11805"/>
                </a:cubicBezTo>
                <a:cubicBezTo>
                  <a:pt x="14415" y="11366"/>
                  <a:pt x="14415" y="11098"/>
                  <a:pt x="14635" y="10707"/>
                </a:cubicBezTo>
                <a:lnTo>
                  <a:pt x="14635" y="10756"/>
                </a:lnTo>
                <a:cubicBezTo>
                  <a:pt x="14708" y="10610"/>
                  <a:pt x="14805" y="10317"/>
                  <a:pt x="14927" y="10073"/>
                </a:cubicBezTo>
                <a:lnTo>
                  <a:pt x="14927" y="10073"/>
                </a:lnTo>
                <a:cubicBezTo>
                  <a:pt x="14903" y="10110"/>
                  <a:pt x="14879" y="10140"/>
                  <a:pt x="14866" y="10140"/>
                </a:cubicBezTo>
                <a:cubicBezTo>
                  <a:pt x="14854" y="10140"/>
                  <a:pt x="14854" y="10110"/>
                  <a:pt x="14879" y="10024"/>
                </a:cubicBezTo>
                <a:cubicBezTo>
                  <a:pt x="15171" y="9439"/>
                  <a:pt x="15293" y="9049"/>
                  <a:pt x="15537" y="8610"/>
                </a:cubicBezTo>
                <a:lnTo>
                  <a:pt x="15635" y="8220"/>
                </a:lnTo>
                <a:lnTo>
                  <a:pt x="15952" y="7488"/>
                </a:lnTo>
                <a:lnTo>
                  <a:pt x="15439" y="6829"/>
                </a:lnTo>
                <a:cubicBezTo>
                  <a:pt x="15391" y="6756"/>
                  <a:pt x="15342" y="6683"/>
                  <a:pt x="15269" y="6634"/>
                </a:cubicBezTo>
                <a:lnTo>
                  <a:pt x="15074" y="6439"/>
                </a:lnTo>
                <a:lnTo>
                  <a:pt x="14879" y="6268"/>
                </a:lnTo>
                <a:lnTo>
                  <a:pt x="14561" y="6000"/>
                </a:lnTo>
                <a:lnTo>
                  <a:pt x="14122" y="6146"/>
                </a:lnTo>
                <a:cubicBezTo>
                  <a:pt x="13976" y="6195"/>
                  <a:pt x="13830" y="6244"/>
                  <a:pt x="13683" y="6317"/>
                </a:cubicBezTo>
                <a:lnTo>
                  <a:pt x="12757" y="6707"/>
                </a:lnTo>
                <a:cubicBezTo>
                  <a:pt x="12610" y="6781"/>
                  <a:pt x="12464" y="6854"/>
                  <a:pt x="12318" y="6927"/>
                </a:cubicBezTo>
                <a:lnTo>
                  <a:pt x="11854" y="7146"/>
                </a:lnTo>
                <a:lnTo>
                  <a:pt x="11366" y="7390"/>
                </a:lnTo>
                <a:lnTo>
                  <a:pt x="10610" y="7781"/>
                </a:lnTo>
                <a:cubicBezTo>
                  <a:pt x="10488" y="7829"/>
                  <a:pt x="10391" y="7878"/>
                  <a:pt x="10293" y="7927"/>
                </a:cubicBezTo>
                <a:lnTo>
                  <a:pt x="10196" y="7976"/>
                </a:lnTo>
                <a:cubicBezTo>
                  <a:pt x="10147" y="8000"/>
                  <a:pt x="10098" y="8024"/>
                  <a:pt x="10049" y="8049"/>
                </a:cubicBezTo>
                <a:cubicBezTo>
                  <a:pt x="10025" y="8049"/>
                  <a:pt x="9976" y="8073"/>
                  <a:pt x="9952" y="8073"/>
                </a:cubicBezTo>
                <a:lnTo>
                  <a:pt x="9952" y="7951"/>
                </a:lnTo>
                <a:cubicBezTo>
                  <a:pt x="9952" y="7927"/>
                  <a:pt x="9952" y="7854"/>
                  <a:pt x="9976" y="7805"/>
                </a:cubicBezTo>
                <a:cubicBezTo>
                  <a:pt x="10049" y="7439"/>
                  <a:pt x="10123" y="7098"/>
                  <a:pt x="10196" y="6732"/>
                </a:cubicBezTo>
                <a:cubicBezTo>
                  <a:pt x="10269" y="6390"/>
                  <a:pt x="10342" y="6049"/>
                  <a:pt x="10391" y="5732"/>
                </a:cubicBezTo>
                <a:cubicBezTo>
                  <a:pt x="10415" y="5537"/>
                  <a:pt x="10440" y="5366"/>
                  <a:pt x="10488" y="5195"/>
                </a:cubicBezTo>
                <a:cubicBezTo>
                  <a:pt x="10513" y="4951"/>
                  <a:pt x="10562" y="4708"/>
                  <a:pt x="10562" y="4488"/>
                </a:cubicBezTo>
                <a:cubicBezTo>
                  <a:pt x="10635" y="4147"/>
                  <a:pt x="10684" y="3732"/>
                  <a:pt x="10708" y="3317"/>
                </a:cubicBezTo>
                <a:lnTo>
                  <a:pt x="10610" y="3195"/>
                </a:lnTo>
                <a:lnTo>
                  <a:pt x="10513" y="3098"/>
                </a:lnTo>
                <a:lnTo>
                  <a:pt x="10513" y="3098"/>
                </a:lnTo>
                <a:cubicBezTo>
                  <a:pt x="10564" y="3162"/>
                  <a:pt x="10568" y="3193"/>
                  <a:pt x="10546" y="3193"/>
                </a:cubicBezTo>
                <a:cubicBezTo>
                  <a:pt x="10526" y="3193"/>
                  <a:pt x="10486" y="3168"/>
                  <a:pt x="10440" y="3122"/>
                </a:cubicBezTo>
                <a:cubicBezTo>
                  <a:pt x="10049" y="2659"/>
                  <a:pt x="10171" y="2830"/>
                  <a:pt x="10098" y="2756"/>
                </a:cubicBezTo>
                <a:cubicBezTo>
                  <a:pt x="10098" y="2756"/>
                  <a:pt x="10049" y="2732"/>
                  <a:pt x="10001" y="2683"/>
                </a:cubicBezTo>
                <a:cubicBezTo>
                  <a:pt x="9952" y="2659"/>
                  <a:pt x="9879" y="2634"/>
                  <a:pt x="9757" y="2586"/>
                </a:cubicBezTo>
                <a:cubicBezTo>
                  <a:pt x="9635" y="2512"/>
                  <a:pt x="9537" y="2464"/>
                  <a:pt x="9366" y="2366"/>
                </a:cubicBezTo>
                <a:cubicBezTo>
                  <a:pt x="9171" y="2439"/>
                  <a:pt x="8976" y="2488"/>
                  <a:pt x="8757" y="2561"/>
                </a:cubicBezTo>
                <a:lnTo>
                  <a:pt x="8391" y="2683"/>
                </a:lnTo>
                <a:cubicBezTo>
                  <a:pt x="8269" y="2732"/>
                  <a:pt x="8147" y="2781"/>
                  <a:pt x="8025" y="2830"/>
                </a:cubicBezTo>
                <a:lnTo>
                  <a:pt x="7635" y="3025"/>
                </a:lnTo>
                <a:cubicBezTo>
                  <a:pt x="7562" y="3049"/>
                  <a:pt x="7513" y="3073"/>
                  <a:pt x="7440" y="3098"/>
                </a:cubicBezTo>
                <a:lnTo>
                  <a:pt x="7318" y="3195"/>
                </a:lnTo>
                <a:cubicBezTo>
                  <a:pt x="7147" y="3269"/>
                  <a:pt x="6976" y="3366"/>
                  <a:pt x="6806" y="3464"/>
                </a:cubicBezTo>
                <a:cubicBezTo>
                  <a:pt x="6440" y="3683"/>
                  <a:pt x="6123" y="3903"/>
                  <a:pt x="5806" y="4147"/>
                </a:cubicBezTo>
                <a:lnTo>
                  <a:pt x="5684" y="4220"/>
                </a:lnTo>
                <a:lnTo>
                  <a:pt x="5635" y="4244"/>
                </a:lnTo>
                <a:lnTo>
                  <a:pt x="5586" y="4293"/>
                </a:lnTo>
                <a:cubicBezTo>
                  <a:pt x="5562" y="4317"/>
                  <a:pt x="5537" y="4342"/>
                  <a:pt x="5513" y="4366"/>
                </a:cubicBezTo>
                <a:cubicBezTo>
                  <a:pt x="5440" y="4415"/>
                  <a:pt x="5391" y="4464"/>
                  <a:pt x="5342" y="4512"/>
                </a:cubicBezTo>
                <a:lnTo>
                  <a:pt x="5318" y="4610"/>
                </a:lnTo>
                <a:lnTo>
                  <a:pt x="5318" y="4634"/>
                </a:lnTo>
                <a:cubicBezTo>
                  <a:pt x="5293" y="4610"/>
                  <a:pt x="5293" y="4586"/>
                  <a:pt x="5293" y="4561"/>
                </a:cubicBezTo>
                <a:cubicBezTo>
                  <a:pt x="5269" y="4512"/>
                  <a:pt x="5269" y="4464"/>
                  <a:pt x="5245" y="4415"/>
                </a:cubicBezTo>
                <a:lnTo>
                  <a:pt x="5269" y="4415"/>
                </a:lnTo>
                <a:cubicBezTo>
                  <a:pt x="5245" y="4366"/>
                  <a:pt x="5245" y="4317"/>
                  <a:pt x="5245" y="4244"/>
                </a:cubicBezTo>
                <a:lnTo>
                  <a:pt x="5245" y="4122"/>
                </a:lnTo>
                <a:cubicBezTo>
                  <a:pt x="5245" y="4098"/>
                  <a:pt x="5245" y="4049"/>
                  <a:pt x="5245" y="4049"/>
                </a:cubicBezTo>
                <a:lnTo>
                  <a:pt x="5245" y="4025"/>
                </a:lnTo>
                <a:lnTo>
                  <a:pt x="5245" y="3951"/>
                </a:lnTo>
                <a:lnTo>
                  <a:pt x="5245" y="3805"/>
                </a:lnTo>
                <a:cubicBezTo>
                  <a:pt x="5245" y="3586"/>
                  <a:pt x="5293" y="3390"/>
                  <a:pt x="5293" y="3195"/>
                </a:cubicBezTo>
                <a:cubicBezTo>
                  <a:pt x="5342" y="2830"/>
                  <a:pt x="5367" y="2488"/>
                  <a:pt x="5391" y="2171"/>
                </a:cubicBezTo>
                <a:cubicBezTo>
                  <a:pt x="5440" y="1854"/>
                  <a:pt x="5464" y="1561"/>
                  <a:pt x="5488" y="1317"/>
                </a:cubicBezTo>
                <a:cubicBezTo>
                  <a:pt x="5513" y="1073"/>
                  <a:pt x="5513" y="903"/>
                  <a:pt x="5513" y="756"/>
                </a:cubicBezTo>
                <a:lnTo>
                  <a:pt x="5513" y="756"/>
                </a:lnTo>
                <a:lnTo>
                  <a:pt x="5488" y="903"/>
                </a:lnTo>
                <a:lnTo>
                  <a:pt x="5488" y="781"/>
                </a:lnTo>
                <a:cubicBezTo>
                  <a:pt x="5196" y="537"/>
                  <a:pt x="5220" y="464"/>
                  <a:pt x="5074" y="269"/>
                </a:cubicBezTo>
                <a:cubicBezTo>
                  <a:pt x="5069" y="278"/>
                  <a:pt x="5062" y="282"/>
                  <a:pt x="5051" y="282"/>
                </a:cubicBezTo>
                <a:cubicBezTo>
                  <a:pt x="5006" y="282"/>
                  <a:pt x="4914" y="202"/>
                  <a:pt x="4854" y="122"/>
                </a:cubicBezTo>
                <a:lnTo>
                  <a:pt x="4830" y="73"/>
                </a:lnTo>
                <a:lnTo>
                  <a:pt x="4781" y="73"/>
                </a:lnTo>
                <a:cubicBezTo>
                  <a:pt x="4659" y="49"/>
                  <a:pt x="4562" y="49"/>
                  <a:pt x="4440" y="49"/>
                </a:cubicBezTo>
                <a:lnTo>
                  <a:pt x="4196" y="49"/>
                </a:lnTo>
                <a:lnTo>
                  <a:pt x="3928" y="0"/>
                </a:lnTo>
                <a:close/>
                <a:moveTo>
                  <a:pt x="13513" y="13209"/>
                </a:moveTo>
                <a:cubicBezTo>
                  <a:pt x="13497" y="13237"/>
                  <a:pt x="13481" y="13265"/>
                  <a:pt x="13464" y="13293"/>
                </a:cubicBezTo>
                <a:cubicBezTo>
                  <a:pt x="13481" y="13267"/>
                  <a:pt x="13498" y="13239"/>
                  <a:pt x="13513" y="132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4" name="Google Shape;1484;p53"/>
          <p:cNvGrpSpPr/>
          <p:nvPr/>
        </p:nvGrpSpPr>
        <p:grpSpPr>
          <a:xfrm>
            <a:off x="5038372" y="-446528"/>
            <a:ext cx="967449" cy="1216804"/>
            <a:chOff x="632000" y="3011150"/>
            <a:chExt cx="212225" cy="266925"/>
          </a:xfrm>
        </p:grpSpPr>
        <p:sp>
          <p:nvSpPr>
            <p:cNvPr id="1485" name="Google Shape;1485;p53"/>
            <p:cNvSpPr/>
            <p:nvPr/>
          </p:nvSpPr>
          <p:spPr>
            <a:xfrm>
              <a:off x="767375" y="3031875"/>
              <a:ext cx="25" cy="3675"/>
            </a:xfrm>
            <a:custGeom>
              <a:rect b="b" l="l" r="r" t="t"/>
              <a:pathLst>
                <a:path extrusionOk="0" h="147" w="1">
                  <a:moveTo>
                    <a:pt x="0" y="147"/>
                  </a:moveTo>
                  <a:lnTo>
                    <a:pt x="0" y="0"/>
                  </a:lnTo>
                  <a:cubicBezTo>
                    <a:pt x="0" y="49"/>
                    <a:pt x="0" y="98"/>
                    <a:pt x="0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53"/>
            <p:cNvSpPr/>
            <p:nvPr/>
          </p:nvSpPr>
          <p:spPr>
            <a:xfrm>
              <a:off x="701525" y="3033700"/>
              <a:ext cx="25" cy="3075"/>
            </a:xfrm>
            <a:custGeom>
              <a:rect b="b" l="l" r="r" t="t"/>
              <a:pathLst>
                <a:path extrusionOk="0" h="123" w="1">
                  <a:moveTo>
                    <a:pt x="0" y="123"/>
                  </a:moveTo>
                  <a:lnTo>
                    <a:pt x="0" y="1"/>
                  </a:lnTo>
                  <a:cubicBezTo>
                    <a:pt x="0" y="49"/>
                    <a:pt x="0" y="74"/>
                    <a:pt x="0" y="1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53"/>
            <p:cNvSpPr/>
            <p:nvPr/>
          </p:nvSpPr>
          <p:spPr>
            <a:xfrm>
              <a:off x="632000" y="3030050"/>
              <a:ext cx="25" cy="1850"/>
            </a:xfrm>
            <a:custGeom>
              <a:rect b="b" l="l" r="r" t="t"/>
              <a:pathLst>
                <a:path extrusionOk="0" h="74" w="1">
                  <a:moveTo>
                    <a:pt x="1" y="73"/>
                  </a:moveTo>
                  <a:lnTo>
                    <a:pt x="1" y="0"/>
                  </a:lnTo>
                  <a:cubicBezTo>
                    <a:pt x="1" y="25"/>
                    <a:pt x="1" y="49"/>
                    <a:pt x="1" y="7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53"/>
            <p:cNvSpPr/>
            <p:nvPr/>
          </p:nvSpPr>
          <p:spPr>
            <a:xfrm>
              <a:off x="649075" y="3150175"/>
              <a:ext cx="650" cy="1850"/>
            </a:xfrm>
            <a:custGeom>
              <a:rect b="b" l="l" r="r" t="t"/>
              <a:pathLst>
                <a:path extrusionOk="0" h="74" w="26">
                  <a:moveTo>
                    <a:pt x="25" y="0"/>
                  </a:moveTo>
                  <a:cubicBezTo>
                    <a:pt x="1" y="0"/>
                    <a:pt x="1" y="49"/>
                    <a:pt x="1" y="73"/>
                  </a:cubicBezTo>
                  <a:cubicBezTo>
                    <a:pt x="1" y="49"/>
                    <a:pt x="25" y="24"/>
                    <a:pt x="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53"/>
            <p:cNvSpPr/>
            <p:nvPr/>
          </p:nvSpPr>
          <p:spPr>
            <a:xfrm>
              <a:off x="649075" y="31520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53"/>
            <p:cNvSpPr/>
            <p:nvPr/>
          </p:nvSpPr>
          <p:spPr>
            <a:xfrm>
              <a:off x="646025" y="3144675"/>
              <a:ext cx="48800" cy="52925"/>
            </a:xfrm>
            <a:custGeom>
              <a:rect b="b" l="l" r="r" t="t"/>
              <a:pathLst>
                <a:path extrusionOk="0" h="2117" w="1952">
                  <a:moveTo>
                    <a:pt x="1049" y="0"/>
                  </a:moveTo>
                  <a:lnTo>
                    <a:pt x="635" y="98"/>
                  </a:lnTo>
                  <a:cubicBezTo>
                    <a:pt x="586" y="147"/>
                    <a:pt x="562" y="220"/>
                    <a:pt x="537" y="293"/>
                  </a:cubicBezTo>
                  <a:cubicBezTo>
                    <a:pt x="537" y="293"/>
                    <a:pt x="537" y="293"/>
                    <a:pt x="537" y="318"/>
                  </a:cubicBezTo>
                  <a:cubicBezTo>
                    <a:pt x="447" y="287"/>
                    <a:pt x="347" y="267"/>
                    <a:pt x="267" y="267"/>
                  </a:cubicBezTo>
                  <a:cubicBezTo>
                    <a:pt x="217" y="267"/>
                    <a:pt x="175" y="275"/>
                    <a:pt x="147" y="293"/>
                  </a:cubicBezTo>
                  <a:lnTo>
                    <a:pt x="147" y="318"/>
                  </a:lnTo>
                  <a:cubicBezTo>
                    <a:pt x="123" y="342"/>
                    <a:pt x="147" y="366"/>
                    <a:pt x="123" y="366"/>
                  </a:cubicBezTo>
                  <a:cubicBezTo>
                    <a:pt x="123" y="391"/>
                    <a:pt x="123" y="391"/>
                    <a:pt x="123" y="415"/>
                  </a:cubicBezTo>
                  <a:cubicBezTo>
                    <a:pt x="123" y="440"/>
                    <a:pt x="110" y="440"/>
                    <a:pt x="98" y="440"/>
                  </a:cubicBezTo>
                  <a:cubicBezTo>
                    <a:pt x="86" y="440"/>
                    <a:pt x="74" y="440"/>
                    <a:pt x="74" y="464"/>
                  </a:cubicBezTo>
                  <a:cubicBezTo>
                    <a:pt x="25" y="683"/>
                    <a:pt x="1" y="927"/>
                    <a:pt x="1" y="1147"/>
                  </a:cubicBezTo>
                  <a:cubicBezTo>
                    <a:pt x="25" y="1220"/>
                    <a:pt x="25" y="1293"/>
                    <a:pt x="50" y="1366"/>
                  </a:cubicBezTo>
                  <a:cubicBezTo>
                    <a:pt x="50" y="1391"/>
                    <a:pt x="50" y="1391"/>
                    <a:pt x="50" y="1415"/>
                  </a:cubicBezTo>
                  <a:cubicBezTo>
                    <a:pt x="50" y="1415"/>
                    <a:pt x="98" y="1513"/>
                    <a:pt x="147" y="1635"/>
                  </a:cubicBezTo>
                  <a:cubicBezTo>
                    <a:pt x="196" y="1708"/>
                    <a:pt x="245" y="1781"/>
                    <a:pt x="293" y="1854"/>
                  </a:cubicBezTo>
                  <a:lnTo>
                    <a:pt x="318" y="1854"/>
                  </a:lnTo>
                  <a:cubicBezTo>
                    <a:pt x="415" y="1927"/>
                    <a:pt x="318" y="1903"/>
                    <a:pt x="415" y="1976"/>
                  </a:cubicBezTo>
                  <a:cubicBezTo>
                    <a:pt x="440" y="1976"/>
                    <a:pt x="489" y="2000"/>
                    <a:pt x="513" y="2025"/>
                  </a:cubicBezTo>
                  <a:cubicBezTo>
                    <a:pt x="537" y="2049"/>
                    <a:pt x="562" y="2049"/>
                    <a:pt x="610" y="2074"/>
                  </a:cubicBezTo>
                  <a:cubicBezTo>
                    <a:pt x="610" y="2074"/>
                    <a:pt x="659" y="2098"/>
                    <a:pt x="635" y="2098"/>
                  </a:cubicBezTo>
                  <a:cubicBezTo>
                    <a:pt x="635" y="2106"/>
                    <a:pt x="640" y="2109"/>
                    <a:pt x="649" y="2109"/>
                  </a:cubicBezTo>
                  <a:cubicBezTo>
                    <a:pt x="667" y="2109"/>
                    <a:pt x="700" y="2098"/>
                    <a:pt x="732" y="2098"/>
                  </a:cubicBezTo>
                  <a:cubicBezTo>
                    <a:pt x="757" y="2098"/>
                    <a:pt x="732" y="2098"/>
                    <a:pt x="732" y="2074"/>
                  </a:cubicBezTo>
                  <a:lnTo>
                    <a:pt x="806" y="2074"/>
                  </a:lnTo>
                  <a:cubicBezTo>
                    <a:pt x="822" y="2074"/>
                    <a:pt x="827" y="2096"/>
                    <a:pt x="822" y="2103"/>
                  </a:cubicBezTo>
                  <a:lnTo>
                    <a:pt x="822" y="2103"/>
                  </a:lnTo>
                  <a:cubicBezTo>
                    <a:pt x="816" y="2101"/>
                    <a:pt x="811" y="2100"/>
                    <a:pt x="806" y="2098"/>
                  </a:cubicBezTo>
                  <a:lnTo>
                    <a:pt x="806" y="2098"/>
                  </a:lnTo>
                  <a:cubicBezTo>
                    <a:pt x="810" y="2103"/>
                    <a:pt x="814" y="2105"/>
                    <a:pt x="817" y="2105"/>
                  </a:cubicBezTo>
                  <a:cubicBezTo>
                    <a:pt x="819" y="2105"/>
                    <a:pt x="821" y="2104"/>
                    <a:pt x="822" y="2103"/>
                  </a:cubicBezTo>
                  <a:lnTo>
                    <a:pt x="822" y="2103"/>
                  </a:lnTo>
                  <a:cubicBezTo>
                    <a:pt x="854" y="2112"/>
                    <a:pt x="891" y="2116"/>
                    <a:pt x="928" y="2116"/>
                  </a:cubicBezTo>
                  <a:cubicBezTo>
                    <a:pt x="970" y="2116"/>
                    <a:pt x="1013" y="2110"/>
                    <a:pt x="1049" y="2098"/>
                  </a:cubicBezTo>
                  <a:cubicBezTo>
                    <a:pt x="1171" y="2074"/>
                    <a:pt x="1269" y="2049"/>
                    <a:pt x="1367" y="2000"/>
                  </a:cubicBezTo>
                  <a:cubicBezTo>
                    <a:pt x="1537" y="1903"/>
                    <a:pt x="1684" y="1781"/>
                    <a:pt x="1781" y="1610"/>
                  </a:cubicBezTo>
                  <a:cubicBezTo>
                    <a:pt x="1757" y="1610"/>
                    <a:pt x="1732" y="1683"/>
                    <a:pt x="1708" y="1683"/>
                  </a:cubicBezTo>
                  <a:cubicBezTo>
                    <a:pt x="1708" y="1635"/>
                    <a:pt x="1757" y="1635"/>
                    <a:pt x="1757" y="1586"/>
                  </a:cubicBezTo>
                  <a:cubicBezTo>
                    <a:pt x="1757" y="1561"/>
                    <a:pt x="1806" y="1513"/>
                    <a:pt x="1854" y="1513"/>
                  </a:cubicBezTo>
                  <a:lnTo>
                    <a:pt x="1854" y="1488"/>
                  </a:lnTo>
                  <a:lnTo>
                    <a:pt x="1879" y="1464"/>
                  </a:lnTo>
                  <a:cubicBezTo>
                    <a:pt x="1903" y="1366"/>
                    <a:pt x="1903" y="1342"/>
                    <a:pt x="1928" y="1342"/>
                  </a:cubicBezTo>
                  <a:cubicBezTo>
                    <a:pt x="1928" y="1293"/>
                    <a:pt x="1952" y="1269"/>
                    <a:pt x="1952" y="1220"/>
                  </a:cubicBezTo>
                  <a:cubicBezTo>
                    <a:pt x="1952" y="1147"/>
                    <a:pt x="1952" y="1074"/>
                    <a:pt x="1952" y="1000"/>
                  </a:cubicBezTo>
                  <a:cubicBezTo>
                    <a:pt x="1952" y="1000"/>
                    <a:pt x="1952" y="1011"/>
                    <a:pt x="1945" y="1011"/>
                  </a:cubicBezTo>
                  <a:cubicBezTo>
                    <a:pt x="1941" y="1011"/>
                    <a:pt x="1936" y="1009"/>
                    <a:pt x="1928" y="1000"/>
                  </a:cubicBezTo>
                  <a:cubicBezTo>
                    <a:pt x="1903" y="976"/>
                    <a:pt x="1903" y="927"/>
                    <a:pt x="1928" y="903"/>
                  </a:cubicBezTo>
                  <a:cubicBezTo>
                    <a:pt x="1949" y="903"/>
                    <a:pt x="1913" y="826"/>
                    <a:pt x="1888" y="826"/>
                  </a:cubicBezTo>
                  <a:cubicBezTo>
                    <a:pt x="1884" y="826"/>
                    <a:pt x="1881" y="827"/>
                    <a:pt x="1879" y="830"/>
                  </a:cubicBezTo>
                  <a:cubicBezTo>
                    <a:pt x="1879" y="830"/>
                    <a:pt x="1879" y="767"/>
                    <a:pt x="1891" y="767"/>
                  </a:cubicBezTo>
                  <a:cubicBezTo>
                    <a:pt x="1894" y="767"/>
                    <a:pt x="1898" y="771"/>
                    <a:pt x="1903" y="781"/>
                  </a:cubicBezTo>
                  <a:cubicBezTo>
                    <a:pt x="1903" y="757"/>
                    <a:pt x="1879" y="732"/>
                    <a:pt x="1879" y="732"/>
                  </a:cubicBezTo>
                  <a:lnTo>
                    <a:pt x="1879" y="781"/>
                  </a:lnTo>
                  <a:cubicBezTo>
                    <a:pt x="1830" y="683"/>
                    <a:pt x="1830" y="635"/>
                    <a:pt x="1806" y="610"/>
                  </a:cubicBezTo>
                  <a:lnTo>
                    <a:pt x="1806" y="635"/>
                  </a:lnTo>
                  <a:cubicBezTo>
                    <a:pt x="1781" y="586"/>
                    <a:pt x="1757" y="561"/>
                    <a:pt x="1757" y="537"/>
                  </a:cubicBezTo>
                  <a:lnTo>
                    <a:pt x="1757" y="537"/>
                  </a:lnTo>
                  <a:lnTo>
                    <a:pt x="1806" y="561"/>
                  </a:lnTo>
                  <a:cubicBezTo>
                    <a:pt x="1757" y="513"/>
                    <a:pt x="1732" y="464"/>
                    <a:pt x="1684" y="415"/>
                  </a:cubicBezTo>
                  <a:lnTo>
                    <a:pt x="1684" y="440"/>
                  </a:lnTo>
                  <a:cubicBezTo>
                    <a:pt x="1635" y="415"/>
                    <a:pt x="1562" y="318"/>
                    <a:pt x="1464" y="269"/>
                  </a:cubicBezTo>
                  <a:cubicBezTo>
                    <a:pt x="1391" y="196"/>
                    <a:pt x="1318" y="171"/>
                    <a:pt x="1245" y="147"/>
                  </a:cubicBezTo>
                  <a:lnTo>
                    <a:pt x="1245" y="171"/>
                  </a:lnTo>
                  <a:lnTo>
                    <a:pt x="1196" y="147"/>
                  </a:lnTo>
                  <a:cubicBezTo>
                    <a:pt x="1196" y="147"/>
                    <a:pt x="1245" y="122"/>
                    <a:pt x="1245" y="122"/>
                  </a:cubicBezTo>
                  <a:cubicBezTo>
                    <a:pt x="1245" y="122"/>
                    <a:pt x="1147" y="49"/>
                    <a:pt x="1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53"/>
            <p:cNvSpPr/>
            <p:nvPr/>
          </p:nvSpPr>
          <p:spPr>
            <a:xfrm>
              <a:off x="798475" y="3083700"/>
              <a:ext cx="45750" cy="48200"/>
            </a:xfrm>
            <a:custGeom>
              <a:rect b="b" l="l" r="r" t="t"/>
              <a:pathLst>
                <a:path extrusionOk="0" h="1928" w="1830">
                  <a:moveTo>
                    <a:pt x="927" y="1"/>
                  </a:moveTo>
                  <a:lnTo>
                    <a:pt x="512" y="25"/>
                  </a:lnTo>
                  <a:lnTo>
                    <a:pt x="439" y="98"/>
                  </a:lnTo>
                  <a:lnTo>
                    <a:pt x="390" y="98"/>
                  </a:lnTo>
                  <a:cubicBezTo>
                    <a:pt x="366" y="98"/>
                    <a:pt x="342" y="122"/>
                    <a:pt x="317" y="122"/>
                  </a:cubicBezTo>
                  <a:lnTo>
                    <a:pt x="244" y="171"/>
                  </a:lnTo>
                  <a:cubicBezTo>
                    <a:pt x="206" y="190"/>
                    <a:pt x="182" y="210"/>
                    <a:pt x="162" y="229"/>
                  </a:cubicBezTo>
                  <a:lnTo>
                    <a:pt x="162" y="229"/>
                  </a:lnTo>
                  <a:cubicBezTo>
                    <a:pt x="165" y="226"/>
                    <a:pt x="168" y="223"/>
                    <a:pt x="171" y="220"/>
                  </a:cubicBezTo>
                  <a:lnTo>
                    <a:pt x="171" y="220"/>
                  </a:lnTo>
                  <a:lnTo>
                    <a:pt x="146" y="244"/>
                  </a:lnTo>
                  <a:cubicBezTo>
                    <a:pt x="152" y="239"/>
                    <a:pt x="157" y="234"/>
                    <a:pt x="162" y="229"/>
                  </a:cubicBezTo>
                  <a:lnTo>
                    <a:pt x="162" y="229"/>
                  </a:lnTo>
                  <a:cubicBezTo>
                    <a:pt x="96" y="299"/>
                    <a:pt x="72" y="369"/>
                    <a:pt x="49" y="440"/>
                  </a:cubicBezTo>
                  <a:cubicBezTo>
                    <a:pt x="49" y="464"/>
                    <a:pt x="25" y="488"/>
                    <a:pt x="0" y="513"/>
                  </a:cubicBezTo>
                  <a:lnTo>
                    <a:pt x="0" y="561"/>
                  </a:lnTo>
                  <a:lnTo>
                    <a:pt x="0" y="610"/>
                  </a:lnTo>
                  <a:cubicBezTo>
                    <a:pt x="0" y="610"/>
                    <a:pt x="49" y="635"/>
                    <a:pt x="49" y="683"/>
                  </a:cubicBezTo>
                  <a:cubicBezTo>
                    <a:pt x="73" y="708"/>
                    <a:pt x="73" y="732"/>
                    <a:pt x="98" y="757"/>
                  </a:cubicBezTo>
                  <a:cubicBezTo>
                    <a:pt x="73" y="903"/>
                    <a:pt x="98" y="1049"/>
                    <a:pt x="146" y="1196"/>
                  </a:cubicBezTo>
                  <a:cubicBezTo>
                    <a:pt x="171" y="1342"/>
                    <a:pt x="244" y="1464"/>
                    <a:pt x="317" y="1561"/>
                  </a:cubicBezTo>
                  <a:cubicBezTo>
                    <a:pt x="415" y="1708"/>
                    <a:pt x="561" y="1830"/>
                    <a:pt x="707" y="1927"/>
                  </a:cubicBezTo>
                  <a:lnTo>
                    <a:pt x="1146" y="1927"/>
                  </a:lnTo>
                  <a:cubicBezTo>
                    <a:pt x="1244" y="1854"/>
                    <a:pt x="1317" y="1781"/>
                    <a:pt x="1390" y="1732"/>
                  </a:cubicBezTo>
                  <a:cubicBezTo>
                    <a:pt x="1464" y="1708"/>
                    <a:pt x="1512" y="1659"/>
                    <a:pt x="1561" y="1586"/>
                  </a:cubicBezTo>
                  <a:lnTo>
                    <a:pt x="1561" y="1586"/>
                  </a:lnTo>
                  <a:cubicBezTo>
                    <a:pt x="1553" y="1594"/>
                    <a:pt x="1548" y="1597"/>
                    <a:pt x="1545" y="1597"/>
                  </a:cubicBezTo>
                  <a:cubicBezTo>
                    <a:pt x="1539" y="1597"/>
                    <a:pt x="1545" y="1586"/>
                    <a:pt x="1561" y="1586"/>
                  </a:cubicBezTo>
                  <a:cubicBezTo>
                    <a:pt x="1585" y="1561"/>
                    <a:pt x="1634" y="1513"/>
                    <a:pt x="1634" y="1513"/>
                  </a:cubicBezTo>
                  <a:cubicBezTo>
                    <a:pt x="1634" y="1513"/>
                    <a:pt x="1634" y="1513"/>
                    <a:pt x="1683" y="1415"/>
                  </a:cubicBezTo>
                  <a:cubicBezTo>
                    <a:pt x="1707" y="1391"/>
                    <a:pt x="1707" y="1342"/>
                    <a:pt x="1732" y="1318"/>
                  </a:cubicBezTo>
                  <a:cubicBezTo>
                    <a:pt x="1756" y="1269"/>
                    <a:pt x="1781" y="1196"/>
                    <a:pt x="1805" y="1147"/>
                  </a:cubicBezTo>
                  <a:cubicBezTo>
                    <a:pt x="1829" y="1001"/>
                    <a:pt x="1829" y="854"/>
                    <a:pt x="1781" y="708"/>
                  </a:cubicBezTo>
                  <a:cubicBezTo>
                    <a:pt x="1707" y="586"/>
                    <a:pt x="1634" y="464"/>
                    <a:pt x="1512" y="366"/>
                  </a:cubicBezTo>
                  <a:cubicBezTo>
                    <a:pt x="1464" y="342"/>
                    <a:pt x="1415" y="318"/>
                    <a:pt x="1390" y="269"/>
                  </a:cubicBezTo>
                  <a:lnTo>
                    <a:pt x="1317" y="220"/>
                  </a:lnTo>
                  <a:lnTo>
                    <a:pt x="1244" y="220"/>
                  </a:lnTo>
                  <a:cubicBezTo>
                    <a:pt x="1220" y="171"/>
                    <a:pt x="1195" y="147"/>
                    <a:pt x="1171" y="122"/>
                  </a:cubicBezTo>
                  <a:lnTo>
                    <a:pt x="1122" y="98"/>
                  </a:lnTo>
                  <a:cubicBezTo>
                    <a:pt x="1049" y="49"/>
                    <a:pt x="1000" y="25"/>
                    <a:pt x="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53"/>
            <p:cNvSpPr/>
            <p:nvPr/>
          </p:nvSpPr>
          <p:spPr>
            <a:xfrm>
              <a:off x="802125" y="30904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53"/>
            <p:cNvSpPr/>
            <p:nvPr/>
          </p:nvSpPr>
          <p:spPr>
            <a:xfrm>
              <a:off x="713700" y="3105650"/>
              <a:ext cx="50025" cy="51850"/>
            </a:xfrm>
            <a:custGeom>
              <a:rect b="b" l="l" r="r" t="t"/>
              <a:pathLst>
                <a:path extrusionOk="0" h="2074" w="2001">
                  <a:moveTo>
                    <a:pt x="1001" y="1"/>
                  </a:moveTo>
                  <a:cubicBezTo>
                    <a:pt x="928" y="25"/>
                    <a:pt x="879" y="25"/>
                    <a:pt x="830" y="49"/>
                  </a:cubicBezTo>
                  <a:lnTo>
                    <a:pt x="684" y="123"/>
                  </a:lnTo>
                  <a:lnTo>
                    <a:pt x="660" y="123"/>
                  </a:lnTo>
                  <a:cubicBezTo>
                    <a:pt x="538" y="123"/>
                    <a:pt x="416" y="147"/>
                    <a:pt x="318" y="220"/>
                  </a:cubicBezTo>
                  <a:cubicBezTo>
                    <a:pt x="220" y="269"/>
                    <a:pt x="147" y="366"/>
                    <a:pt x="99" y="464"/>
                  </a:cubicBezTo>
                  <a:cubicBezTo>
                    <a:pt x="50" y="537"/>
                    <a:pt x="50" y="610"/>
                    <a:pt x="25" y="683"/>
                  </a:cubicBezTo>
                  <a:lnTo>
                    <a:pt x="25" y="659"/>
                  </a:lnTo>
                  <a:cubicBezTo>
                    <a:pt x="25" y="805"/>
                    <a:pt x="1" y="781"/>
                    <a:pt x="25" y="903"/>
                  </a:cubicBezTo>
                  <a:cubicBezTo>
                    <a:pt x="50" y="903"/>
                    <a:pt x="99" y="1025"/>
                    <a:pt x="123" y="1049"/>
                  </a:cubicBezTo>
                  <a:lnTo>
                    <a:pt x="196" y="1196"/>
                  </a:lnTo>
                  <a:cubicBezTo>
                    <a:pt x="220" y="1244"/>
                    <a:pt x="245" y="1293"/>
                    <a:pt x="245" y="1318"/>
                  </a:cubicBezTo>
                  <a:cubicBezTo>
                    <a:pt x="294" y="1391"/>
                    <a:pt x="367" y="1488"/>
                    <a:pt x="391" y="1537"/>
                  </a:cubicBezTo>
                  <a:cubicBezTo>
                    <a:pt x="440" y="1659"/>
                    <a:pt x="513" y="1781"/>
                    <a:pt x="586" y="1879"/>
                  </a:cubicBezTo>
                  <a:lnTo>
                    <a:pt x="586" y="2001"/>
                  </a:lnTo>
                  <a:cubicBezTo>
                    <a:pt x="660" y="1976"/>
                    <a:pt x="708" y="1927"/>
                    <a:pt x="757" y="1903"/>
                  </a:cubicBezTo>
                  <a:cubicBezTo>
                    <a:pt x="903" y="2025"/>
                    <a:pt x="1099" y="2074"/>
                    <a:pt x="1294" y="2074"/>
                  </a:cubicBezTo>
                  <a:cubicBezTo>
                    <a:pt x="1440" y="2049"/>
                    <a:pt x="1611" y="1976"/>
                    <a:pt x="1708" y="1854"/>
                  </a:cubicBezTo>
                  <a:lnTo>
                    <a:pt x="1830" y="1757"/>
                  </a:lnTo>
                  <a:lnTo>
                    <a:pt x="1928" y="1635"/>
                  </a:lnTo>
                  <a:lnTo>
                    <a:pt x="1928" y="1635"/>
                  </a:lnTo>
                  <a:cubicBezTo>
                    <a:pt x="1909" y="1653"/>
                    <a:pt x="1898" y="1661"/>
                    <a:pt x="1893" y="1661"/>
                  </a:cubicBezTo>
                  <a:cubicBezTo>
                    <a:pt x="1886" y="1661"/>
                    <a:pt x="1898" y="1640"/>
                    <a:pt x="1928" y="1610"/>
                  </a:cubicBezTo>
                  <a:cubicBezTo>
                    <a:pt x="1977" y="1513"/>
                    <a:pt x="1977" y="1488"/>
                    <a:pt x="1977" y="1488"/>
                  </a:cubicBezTo>
                  <a:lnTo>
                    <a:pt x="1977" y="1488"/>
                  </a:lnTo>
                  <a:cubicBezTo>
                    <a:pt x="1977" y="1488"/>
                    <a:pt x="1975" y="1490"/>
                    <a:pt x="1973" y="1490"/>
                  </a:cubicBezTo>
                  <a:cubicBezTo>
                    <a:pt x="1967" y="1490"/>
                    <a:pt x="1958" y="1476"/>
                    <a:pt x="1977" y="1366"/>
                  </a:cubicBezTo>
                  <a:cubicBezTo>
                    <a:pt x="2001" y="1244"/>
                    <a:pt x="2001" y="1122"/>
                    <a:pt x="1977" y="1001"/>
                  </a:cubicBezTo>
                  <a:cubicBezTo>
                    <a:pt x="1928" y="854"/>
                    <a:pt x="1855" y="732"/>
                    <a:pt x="1757" y="610"/>
                  </a:cubicBezTo>
                  <a:cubicBezTo>
                    <a:pt x="1757" y="562"/>
                    <a:pt x="1733" y="513"/>
                    <a:pt x="1708" y="464"/>
                  </a:cubicBezTo>
                  <a:lnTo>
                    <a:pt x="1659" y="391"/>
                  </a:lnTo>
                  <a:cubicBezTo>
                    <a:pt x="1659" y="391"/>
                    <a:pt x="1659" y="366"/>
                    <a:pt x="1635" y="342"/>
                  </a:cubicBezTo>
                  <a:cubicBezTo>
                    <a:pt x="1635" y="318"/>
                    <a:pt x="1611" y="293"/>
                    <a:pt x="1586" y="269"/>
                  </a:cubicBezTo>
                  <a:cubicBezTo>
                    <a:pt x="1586" y="244"/>
                    <a:pt x="1562" y="220"/>
                    <a:pt x="1562" y="220"/>
                  </a:cubicBezTo>
                  <a:cubicBezTo>
                    <a:pt x="1538" y="196"/>
                    <a:pt x="1513" y="171"/>
                    <a:pt x="1513" y="171"/>
                  </a:cubicBezTo>
                  <a:cubicBezTo>
                    <a:pt x="1464" y="123"/>
                    <a:pt x="1416" y="98"/>
                    <a:pt x="1367" y="74"/>
                  </a:cubicBezTo>
                  <a:cubicBezTo>
                    <a:pt x="1318" y="49"/>
                    <a:pt x="1245" y="25"/>
                    <a:pt x="11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53"/>
            <p:cNvSpPr/>
            <p:nvPr/>
          </p:nvSpPr>
          <p:spPr>
            <a:xfrm>
              <a:off x="790550" y="3185225"/>
              <a:ext cx="48175" cy="56225"/>
            </a:xfrm>
            <a:custGeom>
              <a:rect b="b" l="l" r="r" t="t"/>
              <a:pathLst>
                <a:path extrusionOk="0" h="2249" w="1927">
                  <a:moveTo>
                    <a:pt x="829" y="988"/>
                  </a:moveTo>
                  <a:cubicBezTo>
                    <a:pt x="829" y="988"/>
                    <a:pt x="829" y="1013"/>
                    <a:pt x="854" y="1013"/>
                  </a:cubicBezTo>
                  <a:cubicBezTo>
                    <a:pt x="854" y="1037"/>
                    <a:pt x="854" y="1037"/>
                    <a:pt x="829" y="1037"/>
                  </a:cubicBezTo>
                  <a:cubicBezTo>
                    <a:pt x="805" y="1037"/>
                    <a:pt x="829" y="1013"/>
                    <a:pt x="829" y="988"/>
                  </a:cubicBezTo>
                  <a:close/>
                  <a:moveTo>
                    <a:pt x="735" y="0"/>
                  </a:moveTo>
                  <a:cubicBezTo>
                    <a:pt x="665" y="0"/>
                    <a:pt x="598" y="13"/>
                    <a:pt x="537" y="37"/>
                  </a:cubicBezTo>
                  <a:cubicBezTo>
                    <a:pt x="366" y="135"/>
                    <a:pt x="220" y="281"/>
                    <a:pt x="171" y="452"/>
                  </a:cubicBezTo>
                  <a:lnTo>
                    <a:pt x="171" y="427"/>
                  </a:lnTo>
                  <a:cubicBezTo>
                    <a:pt x="122" y="500"/>
                    <a:pt x="98" y="598"/>
                    <a:pt x="73" y="671"/>
                  </a:cubicBezTo>
                  <a:cubicBezTo>
                    <a:pt x="73" y="720"/>
                    <a:pt x="49" y="769"/>
                    <a:pt x="49" y="817"/>
                  </a:cubicBezTo>
                  <a:cubicBezTo>
                    <a:pt x="49" y="866"/>
                    <a:pt x="49" y="939"/>
                    <a:pt x="24" y="988"/>
                  </a:cubicBezTo>
                  <a:cubicBezTo>
                    <a:pt x="0" y="1159"/>
                    <a:pt x="24" y="1354"/>
                    <a:pt x="73" y="1525"/>
                  </a:cubicBezTo>
                  <a:lnTo>
                    <a:pt x="73" y="1500"/>
                  </a:lnTo>
                  <a:cubicBezTo>
                    <a:pt x="98" y="1574"/>
                    <a:pt x="122" y="1671"/>
                    <a:pt x="122" y="1744"/>
                  </a:cubicBezTo>
                  <a:cubicBezTo>
                    <a:pt x="124" y="1742"/>
                    <a:pt x="127" y="1741"/>
                    <a:pt x="130" y="1741"/>
                  </a:cubicBezTo>
                  <a:cubicBezTo>
                    <a:pt x="159" y="1741"/>
                    <a:pt x="222" y="1844"/>
                    <a:pt x="244" y="1866"/>
                  </a:cubicBezTo>
                  <a:cubicBezTo>
                    <a:pt x="293" y="1915"/>
                    <a:pt x="342" y="1964"/>
                    <a:pt x="390" y="1988"/>
                  </a:cubicBezTo>
                  <a:cubicBezTo>
                    <a:pt x="439" y="2037"/>
                    <a:pt x="488" y="2086"/>
                    <a:pt x="561" y="2110"/>
                  </a:cubicBezTo>
                  <a:cubicBezTo>
                    <a:pt x="634" y="2159"/>
                    <a:pt x="683" y="2183"/>
                    <a:pt x="756" y="2208"/>
                  </a:cubicBezTo>
                  <a:lnTo>
                    <a:pt x="854" y="2232"/>
                  </a:lnTo>
                  <a:lnTo>
                    <a:pt x="927" y="2232"/>
                  </a:lnTo>
                  <a:cubicBezTo>
                    <a:pt x="1008" y="2242"/>
                    <a:pt x="1089" y="2248"/>
                    <a:pt x="1169" y="2248"/>
                  </a:cubicBezTo>
                  <a:cubicBezTo>
                    <a:pt x="1284" y="2248"/>
                    <a:pt x="1398" y="2236"/>
                    <a:pt x="1512" y="2208"/>
                  </a:cubicBezTo>
                  <a:lnTo>
                    <a:pt x="1659" y="2208"/>
                  </a:lnTo>
                  <a:cubicBezTo>
                    <a:pt x="1659" y="2086"/>
                    <a:pt x="1659" y="1988"/>
                    <a:pt x="1634" y="1891"/>
                  </a:cubicBezTo>
                  <a:lnTo>
                    <a:pt x="1634" y="1842"/>
                  </a:lnTo>
                  <a:cubicBezTo>
                    <a:pt x="1707" y="1793"/>
                    <a:pt x="1756" y="1720"/>
                    <a:pt x="1805" y="1622"/>
                  </a:cubicBezTo>
                  <a:cubicBezTo>
                    <a:pt x="1854" y="1549"/>
                    <a:pt x="1902" y="1427"/>
                    <a:pt x="1927" y="1330"/>
                  </a:cubicBezTo>
                  <a:lnTo>
                    <a:pt x="1927" y="1330"/>
                  </a:lnTo>
                  <a:cubicBezTo>
                    <a:pt x="1917" y="1350"/>
                    <a:pt x="1911" y="1358"/>
                    <a:pt x="1907" y="1358"/>
                  </a:cubicBezTo>
                  <a:cubicBezTo>
                    <a:pt x="1902" y="1358"/>
                    <a:pt x="1902" y="1344"/>
                    <a:pt x="1902" y="1330"/>
                  </a:cubicBezTo>
                  <a:cubicBezTo>
                    <a:pt x="1927" y="1183"/>
                    <a:pt x="1902" y="1183"/>
                    <a:pt x="1902" y="1183"/>
                  </a:cubicBezTo>
                  <a:cubicBezTo>
                    <a:pt x="1902" y="1159"/>
                    <a:pt x="1902" y="1183"/>
                    <a:pt x="1878" y="1013"/>
                  </a:cubicBezTo>
                  <a:cubicBezTo>
                    <a:pt x="1805" y="744"/>
                    <a:pt x="1659" y="500"/>
                    <a:pt x="1439" y="305"/>
                  </a:cubicBezTo>
                  <a:lnTo>
                    <a:pt x="1342" y="232"/>
                  </a:lnTo>
                  <a:lnTo>
                    <a:pt x="1220" y="159"/>
                  </a:lnTo>
                  <a:cubicBezTo>
                    <a:pt x="1171" y="135"/>
                    <a:pt x="1146" y="110"/>
                    <a:pt x="1098" y="86"/>
                  </a:cubicBezTo>
                  <a:cubicBezTo>
                    <a:pt x="1049" y="61"/>
                    <a:pt x="1000" y="37"/>
                    <a:pt x="951" y="37"/>
                  </a:cubicBezTo>
                  <a:cubicBezTo>
                    <a:pt x="878" y="13"/>
                    <a:pt x="805" y="0"/>
                    <a:pt x="7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53"/>
            <p:cNvSpPr/>
            <p:nvPr/>
          </p:nvSpPr>
          <p:spPr>
            <a:xfrm>
              <a:off x="716750" y="3227600"/>
              <a:ext cx="47600" cy="50475"/>
            </a:xfrm>
            <a:custGeom>
              <a:rect b="b" l="l" r="r" t="t"/>
              <a:pathLst>
                <a:path extrusionOk="0" h="2019" w="1904">
                  <a:moveTo>
                    <a:pt x="611" y="0"/>
                  </a:moveTo>
                  <a:cubicBezTo>
                    <a:pt x="613" y="3"/>
                    <a:pt x="616" y="6"/>
                    <a:pt x="619" y="9"/>
                  </a:cubicBezTo>
                  <a:lnTo>
                    <a:pt x="619" y="9"/>
                  </a:lnTo>
                  <a:lnTo>
                    <a:pt x="635" y="0"/>
                  </a:lnTo>
                  <a:close/>
                  <a:moveTo>
                    <a:pt x="619" y="9"/>
                  </a:moveTo>
                  <a:lnTo>
                    <a:pt x="123" y="269"/>
                  </a:lnTo>
                  <a:cubicBezTo>
                    <a:pt x="123" y="318"/>
                    <a:pt x="123" y="366"/>
                    <a:pt x="123" y="415"/>
                  </a:cubicBezTo>
                  <a:lnTo>
                    <a:pt x="123" y="683"/>
                  </a:lnTo>
                  <a:cubicBezTo>
                    <a:pt x="123" y="708"/>
                    <a:pt x="123" y="708"/>
                    <a:pt x="123" y="732"/>
                  </a:cubicBezTo>
                  <a:cubicBezTo>
                    <a:pt x="123" y="732"/>
                    <a:pt x="98" y="732"/>
                    <a:pt x="98" y="757"/>
                  </a:cubicBezTo>
                  <a:cubicBezTo>
                    <a:pt x="74" y="830"/>
                    <a:pt x="50" y="879"/>
                    <a:pt x="25" y="952"/>
                  </a:cubicBezTo>
                  <a:cubicBezTo>
                    <a:pt x="25" y="1000"/>
                    <a:pt x="1" y="1049"/>
                    <a:pt x="1" y="1074"/>
                  </a:cubicBezTo>
                  <a:cubicBezTo>
                    <a:pt x="1" y="1147"/>
                    <a:pt x="1" y="1196"/>
                    <a:pt x="1" y="1244"/>
                  </a:cubicBezTo>
                  <a:cubicBezTo>
                    <a:pt x="1" y="1464"/>
                    <a:pt x="98" y="1659"/>
                    <a:pt x="245" y="1805"/>
                  </a:cubicBezTo>
                  <a:cubicBezTo>
                    <a:pt x="318" y="1878"/>
                    <a:pt x="416" y="1952"/>
                    <a:pt x="538" y="1976"/>
                  </a:cubicBezTo>
                  <a:cubicBezTo>
                    <a:pt x="562" y="1976"/>
                    <a:pt x="562" y="2000"/>
                    <a:pt x="586" y="2000"/>
                  </a:cubicBezTo>
                  <a:cubicBezTo>
                    <a:pt x="635" y="2013"/>
                    <a:pt x="690" y="2019"/>
                    <a:pt x="745" y="2019"/>
                  </a:cubicBezTo>
                  <a:cubicBezTo>
                    <a:pt x="800" y="2019"/>
                    <a:pt x="855" y="2013"/>
                    <a:pt x="903" y="2000"/>
                  </a:cubicBezTo>
                  <a:cubicBezTo>
                    <a:pt x="1001" y="2000"/>
                    <a:pt x="1123" y="1976"/>
                    <a:pt x="1220" y="1952"/>
                  </a:cubicBezTo>
                  <a:lnTo>
                    <a:pt x="1220" y="1927"/>
                  </a:lnTo>
                  <a:cubicBezTo>
                    <a:pt x="1256" y="1909"/>
                    <a:pt x="1269" y="1905"/>
                    <a:pt x="1276" y="1905"/>
                  </a:cubicBezTo>
                  <a:cubicBezTo>
                    <a:pt x="1283" y="1905"/>
                    <a:pt x="1283" y="1910"/>
                    <a:pt x="1298" y="1910"/>
                  </a:cubicBezTo>
                  <a:cubicBezTo>
                    <a:pt x="1307" y="1910"/>
                    <a:pt x="1320" y="1908"/>
                    <a:pt x="1342" y="1903"/>
                  </a:cubicBezTo>
                  <a:cubicBezTo>
                    <a:pt x="1342" y="1830"/>
                    <a:pt x="1489" y="1830"/>
                    <a:pt x="1489" y="1781"/>
                  </a:cubicBezTo>
                  <a:cubicBezTo>
                    <a:pt x="1489" y="1781"/>
                    <a:pt x="1537" y="1757"/>
                    <a:pt x="1537" y="1757"/>
                  </a:cubicBezTo>
                  <a:cubicBezTo>
                    <a:pt x="1537" y="1760"/>
                    <a:pt x="1538" y="1761"/>
                    <a:pt x="1540" y="1761"/>
                  </a:cubicBezTo>
                  <a:cubicBezTo>
                    <a:pt x="1551" y="1761"/>
                    <a:pt x="1590" y="1704"/>
                    <a:pt x="1611" y="1683"/>
                  </a:cubicBezTo>
                  <a:cubicBezTo>
                    <a:pt x="1619" y="1675"/>
                    <a:pt x="1621" y="1673"/>
                    <a:pt x="1621" y="1673"/>
                  </a:cubicBezTo>
                  <a:cubicBezTo>
                    <a:pt x="1619" y="1673"/>
                    <a:pt x="1603" y="1683"/>
                    <a:pt x="1586" y="1683"/>
                  </a:cubicBezTo>
                  <a:lnTo>
                    <a:pt x="1635" y="1635"/>
                  </a:lnTo>
                  <a:cubicBezTo>
                    <a:pt x="1647" y="1622"/>
                    <a:pt x="1659" y="1616"/>
                    <a:pt x="1666" y="1616"/>
                  </a:cubicBezTo>
                  <a:cubicBezTo>
                    <a:pt x="1672" y="1616"/>
                    <a:pt x="1672" y="1622"/>
                    <a:pt x="1659" y="1635"/>
                  </a:cubicBezTo>
                  <a:cubicBezTo>
                    <a:pt x="1733" y="1561"/>
                    <a:pt x="1781" y="1464"/>
                    <a:pt x="1830" y="1366"/>
                  </a:cubicBezTo>
                  <a:cubicBezTo>
                    <a:pt x="1879" y="1244"/>
                    <a:pt x="1903" y="1074"/>
                    <a:pt x="1879" y="927"/>
                  </a:cubicBezTo>
                  <a:cubicBezTo>
                    <a:pt x="1855" y="781"/>
                    <a:pt x="1781" y="635"/>
                    <a:pt x="1684" y="513"/>
                  </a:cubicBezTo>
                  <a:cubicBezTo>
                    <a:pt x="1611" y="464"/>
                    <a:pt x="1537" y="415"/>
                    <a:pt x="1464" y="366"/>
                  </a:cubicBezTo>
                  <a:lnTo>
                    <a:pt x="1464" y="366"/>
                  </a:lnTo>
                  <a:cubicBezTo>
                    <a:pt x="1464" y="415"/>
                    <a:pt x="1513" y="439"/>
                    <a:pt x="1513" y="464"/>
                  </a:cubicBezTo>
                  <a:cubicBezTo>
                    <a:pt x="1489" y="439"/>
                    <a:pt x="1464" y="415"/>
                    <a:pt x="1440" y="415"/>
                  </a:cubicBezTo>
                  <a:cubicBezTo>
                    <a:pt x="1416" y="415"/>
                    <a:pt x="1367" y="342"/>
                    <a:pt x="1367" y="293"/>
                  </a:cubicBezTo>
                  <a:lnTo>
                    <a:pt x="1342" y="293"/>
                  </a:lnTo>
                  <a:lnTo>
                    <a:pt x="1342" y="269"/>
                  </a:lnTo>
                  <a:cubicBezTo>
                    <a:pt x="1294" y="244"/>
                    <a:pt x="1220" y="220"/>
                    <a:pt x="1172" y="171"/>
                  </a:cubicBezTo>
                  <a:cubicBezTo>
                    <a:pt x="1098" y="147"/>
                    <a:pt x="1050" y="147"/>
                    <a:pt x="1001" y="122"/>
                  </a:cubicBezTo>
                  <a:cubicBezTo>
                    <a:pt x="996" y="118"/>
                    <a:pt x="994" y="116"/>
                    <a:pt x="994" y="116"/>
                  </a:cubicBezTo>
                  <a:lnTo>
                    <a:pt x="994" y="116"/>
                  </a:lnTo>
                  <a:cubicBezTo>
                    <a:pt x="993" y="116"/>
                    <a:pt x="1020" y="147"/>
                    <a:pt x="1001" y="147"/>
                  </a:cubicBezTo>
                  <a:cubicBezTo>
                    <a:pt x="977" y="147"/>
                    <a:pt x="952" y="147"/>
                    <a:pt x="952" y="122"/>
                  </a:cubicBezTo>
                  <a:cubicBezTo>
                    <a:pt x="952" y="98"/>
                    <a:pt x="928" y="86"/>
                    <a:pt x="906" y="86"/>
                  </a:cubicBezTo>
                  <a:cubicBezTo>
                    <a:pt x="888" y="86"/>
                    <a:pt x="872" y="95"/>
                    <a:pt x="876" y="113"/>
                  </a:cubicBezTo>
                  <a:lnTo>
                    <a:pt x="876" y="113"/>
                  </a:lnTo>
                  <a:cubicBezTo>
                    <a:pt x="862" y="92"/>
                    <a:pt x="812" y="74"/>
                    <a:pt x="855" y="74"/>
                  </a:cubicBezTo>
                  <a:cubicBezTo>
                    <a:pt x="830" y="74"/>
                    <a:pt x="806" y="49"/>
                    <a:pt x="806" y="49"/>
                  </a:cubicBezTo>
                  <a:lnTo>
                    <a:pt x="806" y="49"/>
                  </a:lnTo>
                  <a:lnTo>
                    <a:pt x="830" y="74"/>
                  </a:lnTo>
                  <a:cubicBezTo>
                    <a:pt x="757" y="49"/>
                    <a:pt x="733" y="25"/>
                    <a:pt x="684" y="25"/>
                  </a:cubicBezTo>
                  <a:lnTo>
                    <a:pt x="708" y="49"/>
                  </a:lnTo>
                  <a:cubicBezTo>
                    <a:pt x="665" y="49"/>
                    <a:pt x="641" y="30"/>
                    <a:pt x="619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53"/>
            <p:cNvSpPr/>
            <p:nvPr/>
          </p:nvSpPr>
          <p:spPr>
            <a:xfrm>
              <a:off x="646025" y="3015400"/>
              <a:ext cx="40875" cy="49050"/>
            </a:xfrm>
            <a:custGeom>
              <a:rect b="b" l="l" r="r" t="t"/>
              <a:pathLst>
                <a:path extrusionOk="0" h="1962" w="1635">
                  <a:moveTo>
                    <a:pt x="659" y="1"/>
                  </a:moveTo>
                  <a:cubicBezTo>
                    <a:pt x="513" y="25"/>
                    <a:pt x="367" y="123"/>
                    <a:pt x="269" y="220"/>
                  </a:cubicBezTo>
                  <a:cubicBezTo>
                    <a:pt x="196" y="294"/>
                    <a:pt x="147" y="367"/>
                    <a:pt x="98" y="464"/>
                  </a:cubicBezTo>
                  <a:cubicBezTo>
                    <a:pt x="50" y="586"/>
                    <a:pt x="25" y="684"/>
                    <a:pt x="25" y="806"/>
                  </a:cubicBezTo>
                  <a:cubicBezTo>
                    <a:pt x="1" y="879"/>
                    <a:pt x="1" y="952"/>
                    <a:pt x="25" y="1001"/>
                  </a:cubicBezTo>
                  <a:cubicBezTo>
                    <a:pt x="25" y="1147"/>
                    <a:pt x="74" y="1294"/>
                    <a:pt x="147" y="1415"/>
                  </a:cubicBezTo>
                  <a:cubicBezTo>
                    <a:pt x="220" y="1562"/>
                    <a:pt x="318" y="1684"/>
                    <a:pt x="464" y="1781"/>
                  </a:cubicBezTo>
                  <a:cubicBezTo>
                    <a:pt x="562" y="1879"/>
                    <a:pt x="708" y="1952"/>
                    <a:pt x="830" y="1952"/>
                  </a:cubicBezTo>
                  <a:cubicBezTo>
                    <a:pt x="860" y="1958"/>
                    <a:pt x="891" y="1961"/>
                    <a:pt x="921" y="1961"/>
                  </a:cubicBezTo>
                  <a:cubicBezTo>
                    <a:pt x="1011" y="1961"/>
                    <a:pt x="1098" y="1934"/>
                    <a:pt x="1171" y="1879"/>
                  </a:cubicBezTo>
                  <a:cubicBezTo>
                    <a:pt x="1245" y="1879"/>
                    <a:pt x="1293" y="1830"/>
                    <a:pt x="1342" y="1781"/>
                  </a:cubicBezTo>
                  <a:cubicBezTo>
                    <a:pt x="1318" y="1781"/>
                    <a:pt x="1318" y="1781"/>
                    <a:pt x="1342" y="1757"/>
                  </a:cubicBezTo>
                  <a:cubicBezTo>
                    <a:pt x="1415" y="1684"/>
                    <a:pt x="1415" y="1684"/>
                    <a:pt x="1415" y="1684"/>
                  </a:cubicBezTo>
                  <a:cubicBezTo>
                    <a:pt x="1415" y="1659"/>
                    <a:pt x="1415" y="1684"/>
                    <a:pt x="1440" y="1586"/>
                  </a:cubicBezTo>
                  <a:cubicBezTo>
                    <a:pt x="1488" y="1464"/>
                    <a:pt x="1513" y="1415"/>
                    <a:pt x="1537" y="1294"/>
                  </a:cubicBezTo>
                  <a:cubicBezTo>
                    <a:pt x="1562" y="1220"/>
                    <a:pt x="1586" y="1172"/>
                    <a:pt x="1586" y="1098"/>
                  </a:cubicBezTo>
                  <a:cubicBezTo>
                    <a:pt x="1610" y="1050"/>
                    <a:pt x="1610" y="976"/>
                    <a:pt x="1635" y="903"/>
                  </a:cubicBezTo>
                  <a:cubicBezTo>
                    <a:pt x="1635" y="830"/>
                    <a:pt x="1635" y="781"/>
                    <a:pt x="1635" y="708"/>
                  </a:cubicBezTo>
                  <a:lnTo>
                    <a:pt x="1635" y="586"/>
                  </a:lnTo>
                  <a:lnTo>
                    <a:pt x="1610" y="489"/>
                  </a:lnTo>
                  <a:cubicBezTo>
                    <a:pt x="1586" y="416"/>
                    <a:pt x="1562" y="318"/>
                    <a:pt x="1513" y="245"/>
                  </a:cubicBezTo>
                  <a:cubicBezTo>
                    <a:pt x="1440" y="147"/>
                    <a:pt x="1318" y="98"/>
                    <a:pt x="1196" y="74"/>
                  </a:cubicBezTo>
                  <a:lnTo>
                    <a:pt x="1025" y="74"/>
                  </a:lnTo>
                  <a:cubicBezTo>
                    <a:pt x="903" y="25"/>
                    <a:pt x="781" y="1"/>
                    <a:pt x="6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53"/>
            <p:cNvSpPr/>
            <p:nvPr/>
          </p:nvSpPr>
          <p:spPr>
            <a:xfrm>
              <a:off x="734450" y="3011150"/>
              <a:ext cx="40250" cy="58550"/>
            </a:xfrm>
            <a:custGeom>
              <a:rect b="b" l="l" r="r" t="t"/>
              <a:pathLst>
                <a:path extrusionOk="0" h="2342" w="1610">
                  <a:moveTo>
                    <a:pt x="708" y="0"/>
                  </a:moveTo>
                  <a:lnTo>
                    <a:pt x="98" y="171"/>
                  </a:lnTo>
                  <a:cubicBezTo>
                    <a:pt x="49" y="342"/>
                    <a:pt x="0" y="512"/>
                    <a:pt x="25" y="707"/>
                  </a:cubicBezTo>
                  <a:cubicBezTo>
                    <a:pt x="25" y="829"/>
                    <a:pt x="25" y="976"/>
                    <a:pt x="73" y="1098"/>
                  </a:cubicBezTo>
                  <a:cubicBezTo>
                    <a:pt x="122" y="1293"/>
                    <a:pt x="195" y="1488"/>
                    <a:pt x="293" y="1659"/>
                  </a:cubicBezTo>
                  <a:cubicBezTo>
                    <a:pt x="390" y="1854"/>
                    <a:pt x="537" y="2000"/>
                    <a:pt x="732" y="2122"/>
                  </a:cubicBezTo>
                  <a:cubicBezTo>
                    <a:pt x="756" y="2171"/>
                    <a:pt x="805" y="2220"/>
                    <a:pt x="854" y="2244"/>
                  </a:cubicBezTo>
                  <a:cubicBezTo>
                    <a:pt x="842" y="2232"/>
                    <a:pt x="842" y="2226"/>
                    <a:pt x="845" y="2226"/>
                  </a:cubicBezTo>
                  <a:cubicBezTo>
                    <a:pt x="848" y="2226"/>
                    <a:pt x="854" y="2232"/>
                    <a:pt x="854" y="2244"/>
                  </a:cubicBezTo>
                  <a:cubicBezTo>
                    <a:pt x="911" y="2272"/>
                    <a:pt x="923" y="2279"/>
                    <a:pt x="928" y="2279"/>
                  </a:cubicBezTo>
                  <a:cubicBezTo>
                    <a:pt x="931" y="2279"/>
                    <a:pt x="929" y="2275"/>
                    <a:pt x="940" y="2275"/>
                  </a:cubicBezTo>
                  <a:cubicBezTo>
                    <a:pt x="951" y="2275"/>
                    <a:pt x="974" y="2278"/>
                    <a:pt x="1025" y="2293"/>
                  </a:cubicBezTo>
                  <a:lnTo>
                    <a:pt x="1147" y="2342"/>
                  </a:lnTo>
                  <a:lnTo>
                    <a:pt x="1537" y="2122"/>
                  </a:lnTo>
                  <a:cubicBezTo>
                    <a:pt x="1586" y="1951"/>
                    <a:pt x="1610" y="1756"/>
                    <a:pt x="1610" y="1585"/>
                  </a:cubicBezTo>
                  <a:cubicBezTo>
                    <a:pt x="1586" y="1439"/>
                    <a:pt x="1537" y="1293"/>
                    <a:pt x="1512" y="1171"/>
                  </a:cubicBezTo>
                  <a:cubicBezTo>
                    <a:pt x="1464" y="1073"/>
                    <a:pt x="1415" y="1000"/>
                    <a:pt x="1366" y="927"/>
                  </a:cubicBezTo>
                  <a:cubicBezTo>
                    <a:pt x="1342" y="903"/>
                    <a:pt x="1293" y="854"/>
                    <a:pt x="1220" y="781"/>
                  </a:cubicBezTo>
                  <a:cubicBezTo>
                    <a:pt x="1220" y="781"/>
                    <a:pt x="1220" y="756"/>
                    <a:pt x="1220" y="756"/>
                  </a:cubicBezTo>
                  <a:cubicBezTo>
                    <a:pt x="1220" y="659"/>
                    <a:pt x="1171" y="610"/>
                    <a:pt x="1147" y="537"/>
                  </a:cubicBezTo>
                  <a:cubicBezTo>
                    <a:pt x="1122" y="464"/>
                    <a:pt x="1098" y="415"/>
                    <a:pt x="1073" y="390"/>
                  </a:cubicBezTo>
                  <a:cubicBezTo>
                    <a:pt x="1049" y="342"/>
                    <a:pt x="1000" y="293"/>
                    <a:pt x="976" y="220"/>
                  </a:cubicBezTo>
                  <a:cubicBezTo>
                    <a:pt x="976" y="220"/>
                    <a:pt x="951" y="195"/>
                    <a:pt x="951" y="195"/>
                  </a:cubicBezTo>
                  <a:cubicBezTo>
                    <a:pt x="878" y="122"/>
                    <a:pt x="805" y="49"/>
                    <a:pt x="7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monada"/>
              <a:buNone/>
              <a:defRPr sz="2800">
                <a:solidFill>
                  <a:schemeClr val="dk1"/>
                </a:solidFill>
                <a:latin typeface="Lemonada"/>
                <a:ea typeface="Lemonada"/>
                <a:cs typeface="Lemonada"/>
                <a:sym typeface="Lemona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monada"/>
              <a:buNone/>
              <a:defRPr sz="2800">
                <a:solidFill>
                  <a:schemeClr val="dk1"/>
                </a:solidFill>
                <a:latin typeface="Lemonada"/>
                <a:ea typeface="Lemonada"/>
                <a:cs typeface="Lemonada"/>
                <a:sym typeface="Lemonad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monada"/>
              <a:buNone/>
              <a:defRPr sz="2800">
                <a:solidFill>
                  <a:schemeClr val="dk1"/>
                </a:solidFill>
                <a:latin typeface="Lemonada"/>
                <a:ea typeface="Lemonada"/>
                <a:cs typeface="Lemonada"/>
                <a:sym typeface="Lemonad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monada"/>
              <a:buNone/>
              <a:defRPr sz="2800">
                <a:solidFill>
                  <a:schemeClr val="dk1"/>
                </a:solidFill>
                <a:latin typeface="Lemonada"/>
                <a:ea typeface="Lemonada"/>
                <a:cs typeface="Lemonada"/>
                <a:sym typeface="Lemonad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monada"/>
              <a:buNone/>
              <a:defRPr sz="2800">
                <a:solidFill>
                  <a:schemeClr val="dk1"/>
                </a:solidFill>
                <a:latin typeface="Lemonada"/>
                <a:ea typeface="Lemonada"/>
                <a:cs typeface="Lemonada"/>
                <a:sym typeface="Lemonad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monada"/>
              <a:buNone/>
              <a:defRPr sz="2800">
                <a:solidFill>
                  <a:schemeClr val="dk1"/>
                </a:solidFill>
                <a:latin typeface="Lemonada"/>
                <a:ea typeface="Lemonada"/>
                <a:cs typeface="Lemonada"/>
                <a:sym typeface="Lemonad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monada"/>
              <a:buNone/>
              <a:defRPr sz="2800">
                <a:solidFill>
                  <a:schemeClr val="dk1"/>
                </a:solidFill>
                <a:latin typeface="Lemonada"/>
                <a:ea typeface="Lemonada"/>
                <a:cs typeface="Lemonada"/>
                <a:sym typeface="Lemonad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monada"/>
              <a:buNone/>
              <a:defRPr sz="2800">
                <a:solidFill>
                  <a:schemeClr val="dk1"/>
                </a:solidFill>
                <a:latin typeface="Lemonada"/>
                <a:ea typeface="Lemonada"/>
                <a:cs typeface="Lemonada"/>
                <a:sym typeface="Lemonad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monada"/>
              <a:buNone/>
              <a:defRPr sz="2800">
                <a:solidFill>
                  <a:schemeClr val="dk1"/>
                </a:solidFill>
                <a:latin typeface="Lemonada"/>
                <a:ea typeface="Lemonada"/>
                <a:cs typeface="Lemonada"/>
                <a:sym typeface="Lemonad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2" name="Google Shape;1502;p54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-109275" y="-175580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503" name="Google Shape;1503;p54"/>
          <p:cNvSpPr txBox="1"/>
          <p:nvPr>
            <p:ph type="ctrTitle"/>
          </p:nvPr>
        </p:nvSpPr>
        <p:spPr>
          <a:xfrm flipH="1">
            <a:off x="3197055" y="91898"/>
            <a:ext cx="5158200" cy="1995900"/>
          </a:xfrm>
          <a:prstGeom prst="rect">
            <a:avLst/>
          </a:prstGeom>
          <a:solidFill>
            <a:schemeClr val="accent2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Layers of Me: Unearthing Identity 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8" name="Google Shape;1508;p55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509" name="Google Shape;1509;p55"/>
          <p:cNvSpPr txBox="1"/>
          <p:nvPr>
            <p:ph idx="4294967295" type="body"/>
          </p:nvPr>
        </p:nvSpPr>
        <p:spPr>
          <a:xfrm>
            <a:off x="130550" y="115225"/>
            <a:ext cx="9003900" cy="3659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Name: Alyse</a:t>
            </a:r>
            <a:endParaRPr/>
          </a:p>
        </p:txBody>
      </p:sp>
      <p:grpSp>
        <p:nvGrpSpPr>
          <p:cNvPr id="1510" name="Google Shape;1510;p55"/>
          <p:cNvGrpSpPr/>
          <p:nvPr/>
        </p:nvGrpSpPr>
        <p:grpSpPr>
          <a:xfrm>
            <a:off x="-3" y="818402"/>
            <a:ext cx="4181246" cy="2852189"/>
            <a:chOff x="2702876" y="2103177"/>
            <a:chExt cx="2166000" cy="2166000"/>
          </a:xfrm>
        </p:grpSpPr>
        <p:sp>
          <p:nvSpPr>
            <p:cNvPr id="1511" name="Google Shape;1511;p55"/>
            <p:cNvSpPr/>
            <p:nvPr/>
          </p:nvSpPr>
          <p:spPr>
            <a:xfrm>
              <a:off x="2702876" y="2103177"/>
              <a:ext cx="2166000" cy="2166000"/>
            </a:xfrm>
            <a:prstGeom prst="ellipse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55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Hidden Identity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Transnational citizen, </a:t>
              </a:r>
              <a:r>
                <a:rPr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First Gen Scholar ,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Multi-ethnic i.e. </a:t>
              </a:r>
              <a:r>
                <a:rPr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Ashkenazi Jew ( German Jew)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and Italian, multilingual, neurologically diverse, mother, sister, Nerd, Muslim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13" name="Google Shape;1513;p55"/>
          <p:cNvGrpSpPr/>
          <p:nvPr/>
        </p:nvGrpSpPr>
        <p:grpSpPr>
          <a:xfrm>
            <a:off x="5248525" y="839838"/>
            <a:ext cx="3819524" cy="2809302"/>
            <a:chOff x="3611776" y="414352"/>
            <a:chExt cx="2166000" cy="2166000"/>
          </a:xfrm>
        </p:grpSpPr>
        <p:sp>
          <p:nvSpPr>
            <p:cNvPr id="1514" name="Google Shape;1514;p55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55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Visible Identity: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Women, student, teacher, white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16" name="Google Shape;1516;p55"/>
          <p:cNvSpPr/>
          <p:nvPr/>
        </p:nvSpPr>
        <p:spPr>
          <a:xfrm>
            <a:off x="3419125" y="922525"/>
            <a:ext cx="2761500" cy="28521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Whole Self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Caring, culturally competent, Confident in my diverse background, advocate for those who are not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1" name="Google Shape;1521;p56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56"/>
          <p:cNvSpPr txBox="1"/>
          <p:nvPr>
            <p:ph idx="4294967295" type="body"/>
          </p:nvPr>
        </p:nvSpPr>
        <p:spPr>
          <a:xfrm>
            <a:off x="130550" y="115225"/>
            <a:ext cx="9003900" cy="3659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Name: </a:t>
            </a:r>
            <a:endParaRPr/>
          </a:p>
        </p:txBody>
      </p:sp>
      <p:grpSp>
        <p:nvGrpSpPr>
          <p:cNvPr id="1523" name="Google Shape;1523;p56"/>
          <p:cNvGrpSpPr/>
          <p:nvPr/>
        </p:nvGrpSpPr>
        <p:grpSpPr>
          <a:xfrm>
            <a:off x="-3" y="818402"/>
            <a:ext cx="4181246" cy="2852189"/>
            <a:chOff x="2702876" y="2103177"/>
            <a:chExt cx="2166000" cy="2166000"/>
          </a:xfrm>
        </p:grpSpPr>
        <p:sp>
          <p:nvSpPr>
            <p:cNvPr id="1524" name="Google Shape;1524;p56"/>
            <p:cNvSpPr/>
            <p:nvPr/>
          </p:nvSpPr>
          <p:spPr>
            <a:xfrm>
              <a:off x="2702876" y="2103177"/>
              <a:ext cx="2166000" cy="2166000"/>
            </a:xfrm>
            <a:prstGeom prst="ellipse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56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Hidden Identity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6" name="Google Shape;1526;p56"/>
          <p:cNvGrpSpPr/>
          <p:nvPr/>
        </p:nvGrpSpPr>
        <p:grpSpPr>
          <a:xfrm>
            <a:off x="5248525" y="839838"/>
            <a:ext cx="3819524" cy="2809302"/>
            <a:chOff x="3611776" y="414352"/>
            <a:chExt cx="2166000" cy="2166000"/>
          </a:xfrm>
        </p:grpSpPr>
        <p:sp>
          <p:nvSpPr>
            <p:cNvPr id="1527" name="Google Shape;1527;p56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56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Visible Identity: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29" name="Google Shape;1529;p56"/>
          <p:cNvSpPr/>
          <p:nvPr/>
        </p:nvSpPr>
        <p:spPr>
          <a:xfrm>
            <a:off x="3419125" y="922525"/>
            <a:ext cx="2761500" cy="28521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Whole Self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4" name="Google Shape;1534;p57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57"/>
          <p:cNvSpPr txBox="1"/>
          <p:nvPr>
            <p:ph idx="4294967295" type="body"/>
          </p:nvPr>
        </p:nvSpPr>
        <p:spPr>
          <a:xfrm>
            <a:off x="130550" y="115225"/>
            <a:ext cx="9003900" cy="3659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Name: </a:t>
            </a:r>
            <a:endParaRPr/>
          </a:p>
        </p:txBody>
      </p:sp>
      <p:grpSp>
        <p:nvGrpSpPr>
          <p:cNvPr id="1536" name="Google Shape;1536;p57"/>
          <p:cNvGrpSpPr/>
          <p:nvPr/>
        </p:nvGrpSpPr>
        <p:grpSpPr>
          <a:xfrm>
            <a:off x="-3" y="818402"/>
            <a:ext cx="4181246" cy="2852189"/>
            <a:chOff x="2702876" y="2103177"/>
            <a:chExt cx="2166000" cy="2166000"/>
          </a:xfrm>
        </p:grpSpPr>
        <p:sp>
          <p:nvSpPr>
            <p:cNvPr id="1537" name="Google Shape;1537;p57"/>
            <p:cNvSpPr/>
            <p:nvPr/>
          </p:nvSpPr>
          <p:spPr>
            <a:xfrm>
              <a:off x="2702876" y="2103177"/>
              <a:ext cx="2166000" cy="2166000"/>
            </a:xfrm>
            <a:prstGeom prst="ellipse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57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Hidden Identity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39" name="Google Shape;1539;p57"/>
          <p:cNvGrpSpPr/>
          <p:nvPr/>
        </p:nvGrpSpPr>
        <p:grpSpPr>
          <a:xfrm>
            <a:off x="5248525" y="839838"/>
            <a:ext cx="3819524" cy="2809302"/>
            <a:chOff x="3611776" y="414352"/>
            <a:chExt cx="2166000" cy="2166000"/>
          </a:xfrm>
        </p:grpSpPr>
        <p:sp>
          <p:nvSpPr>
            <p:cNvPr id="1540" name="Google Shape;1540;p57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57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Visible Identity: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42" name="Google Shape;1542;p57"/>
          <p:cNvSpPr/>
          <p:nvPr/>
        </p:nvSpPr>
        <p:spPr>
          <a:xfrm>
            <a:off x="3419125" y="922525"/>
            <a:ext cx="2761500" cy="28521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Whole Self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7" name="Google Shape;1547;p58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58"/>
          <p:cNvSpPr txBox="1"/>
          <p:nvPr>
            <p:ph idx="4294967295" type="body"/>
          </p:nvPr>
        </p:nvSpPr>
        <p:spPr>
          <a:xfrm>
            <a:off x="130550" y="115225"/>
            <a:ext cx="9003900" cy="3659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Name: </a:t>
            </a:r>
            <a:endParaRPr/>
          </a:p>
        </p:txBody>
      </p:sp>
      <p:grpSp>
        <p:nvGrpSpPr>
          <p:cNvPr id="1549" name="Google Shape;1549;p58"/>
          <p:cNvGrpSpPr/>
          <p:nvPr/>
        </p:nvGrpSpPr>
        <p:grpSpPr>
          <a:xfrm>
            <a:off x="-3" y="818402"/>
            <a:ext cx="4181246" cy="2852189"/>
            <a:chOff x="2702876" y="2103177"/>
            <a:chExt cx="2166000" cy="2166000"/>
          </a:xfrm>
        </p:grpSpPr>
        <p:sp>
          <p:nvSpPr>
            <p:cNvPr id="1550" name="Google Shape;1550;p58"/>
            <p:cNvSpPr/>
            <p:nvPr/>
          </p:nvSpPr>
          <p:spPr>
            <a:xfrm>
              <a:off x="2702876" y="2103177"/>
              <a:ext cx="2166000" cy="2166000"/>
            </a:xfrm>
            <a:prstGeom prst="ellipse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58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Hidden Identity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2" name="Google Shape;1552;p58"/>
          <p:cNvGrpSpPr/>
          <p:nvPr/>
        </p:nvGrpSpPr>
        <p:grpSpPr>
          <a:xfrm>
            <a:off x="5248525" y="839838"/>
            <a:ext cx="3819524" cy="2809302"/>
            <a:chOff x="3611776" y="414352"/>
            <a:chExt cx="2166000" cy="2166000"/>
          </a:xfrm>
        </p:grpSpPr>
        <p:sp>
          <p:nvSpPr>
            <p:cNvPr id="1553" name="Google Shape;1553;p58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58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Visible Identity: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55" name="Google Shape;1555;p58"/>
          <p:cNvSpPr/>
          <p:nvPr/>
        </p:nvSpPr>
        <p:spPr>
          <a:xfrm>
            <a:off x="3419125" y="922525"/>
            <a:ext cx="2761500" cy="28521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Whole Self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0" name="Google Shape;1560;p59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59"/>
          <p:cNvSpPr txBox="1"/>
          <p:nvPr>
            <p:ph idx="4294967295" type="body"/>
          </p:nvPr>
        </p:nvSpPr>
        <p:spPr>
          <a:xfrm>
            <a:off x="130550" y="115225"/>
            <a:ext cx="9003900" cy="3659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Name: </a:t>
            </a:r>
            <a:endParaRPr/>
          </a:p>
        </p:txBody>
      </p:sp>
      <p:grpSp>
        <p:nvGrpSpPr>
          <p:cNvPr id="1562" name="Google Shape;1562;p59"/>
          <p:cNvGrpSpPr/>
          <p:nvPr/>
        </p:nvGrpSpPr>
        <p:grpSpPr>
          <a:xfrm>
            <a:off x="-3" y="818402"/>
            <a:ext cx="4181246" cy="2852189"/>
            <a:chOff x="2702876" y="2103177"/>
            <a:chExt cx="2166000" cy="2166000"/>
          </a:xfrm>
        </p:grpSpPr>
        <p:sp>
          <p:nvSpPr>
            <p:cNvPr id="1563" name="Google Shape;1563;p59"/>
            <p:cNvSpPr/>
            <p:nvPr/>
          </p:nvSpPr>
          <p:spPr>
            <a:xfrm>
              <a:off x="2702876" y="2103177"/>
              <a:ext cx="2166000" cy="2166000"/>
            </a:xfrm>
            <a:prstGeom prst="ellipse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59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Hidden Identity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65" name="Google Shape;1565;p59"/>
          <p:cNvGrpSpPr/>
          <p:nvPr/>
        </p:nvGrpSpPr>
        <p:grpSpPr>
          <a:xfrm>
            <a:off x="5248525" y="839838"/>
            <a:ext cx="3819524" cy="2809302"/>
            <a:chOff x="3611776" y="414352"/>
            <a:chExt cx="2166000" cy="2166000"/>
          </a:xfrm>
        </p:grpSpPr>
        <p:sp>
          <p:nvSpPr>
            <p:cNvPr id="1566" name="Google Shape;1566;p59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59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Visible Identity: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68" name="Google Shape;1568;p59"/>
          <p:cNvSpPr/>
          <p:nvPr/>
        </p:nvSpPr>
        <p:spPr>
          <a:xfrm>
            <a:off x="3419125" y="922525"/>
            <a:ext cx="2761500" cy="28521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Whole Self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Google Shape;1573;p60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60"/>
          <p:cNvSpPr txBox="1"/>
          <p:nvPr>
            <p:ph idx="4294967295" type="body"/>
          </p:nvPr>
        </p:nvSpPr>
        <p:spPr>
          <a:xfrm>
            <a:off x="130550" y="115225"/>
            <a:ext cx="9003900" cy="3659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Name: </a:t>
            </a:r>
            <a:endParaRPr/>
          </a:p>
        </p:txBody>
      </p:sp>
      <p:grpSp>
        <p:nvGrpSpPr>
          <p:cNvPr id="1575" name="Google Shape;1575;p60"/>
          <p:cNvGrpSpPr/>
          <p:nvPr/>
        </p:nvGrpSpPr>
        <p:grpSpPr>
          <a:xfrm>
            <a:off x="-3" y="818402"/>
            <a:ext cx="4181246" cy="2852189"/>
            <a:chOff x="2702876" y="2103177"/>
            <a:chExt cx="2166000" cy="2166000"/>
          </a:xfrm>
        </p:grpSpPr>
        <p:sp>
          <p:nvSpPr>
            <p:cNvPr id="1576" name="Google Shape;1576;p60"/>
            <p:cNvSpPr/>
            <p:nvPr/>
          </p:nvSpPr>
          <p:spPr>
            <a:xfrm>
              <a:off x="2702876" y="2103177"/>
              <a:ext cx="2166000" cy="2166000"/>
            </a:xfrm>
            <a:prstGeom prst="ellipse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60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Hidden Identity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78" name="Google Shape;1578;p60"/>
          <p:cNvGrpSpPr/>
          <p:nvPr/>
        </p:nvGrpSpPr>
        <p:grpSpPr>
          <a:xfrm>
            <a:off x="5248525" y="839838"/>
            <a:ext cx="3819524" cy="2809302"/>
            <a:chOff x="3611776" y="414352"/>
            <a:chExt cx="2166000" cy="2166000"/>
          </a:xfrm>
        </p:grpSpPr>
        <p:sp>
          <p:nvSpPr>
            <p:cNvPr id="1579" name="Google Shape;1579;p60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60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Visible Identity: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81" name="Google Shape;1581;p60"/>
          <p:cNvSpPr/>
          <p:nvPr/>
        </p:nvSpPr>
        <p:spPr>
          <a:xfrm>
            <a:off x="3419125" y="922525"/>
            <a:ext cx="2761500" cy="28521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Whole Self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6" name="Google Shape;1586;p61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61"/>
          <p:cNvSpPr txBox="1"/>
          <p:nvPr>
            <p:ph idx="4294967295" type="body"/>
          </p:nvPr>
        </p:nvSpPr>
        <p:spPr>
          <a:xfrm>
            <a:off x="130550" y="115225"/>
            <a:ext cx="9003900" cy="3659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Name: </a:t>
            </a:r>
            <a:endParaRPr/>
          </a:p>
        </p:txBody>
      </p:sp>
      <p:grpSp>
        <p:nvGrpSpPr>
          <p:cNvPr id="1588" name="Google Shape;1588;p61"/>
          <p:cNvGrpSpPr/>
          <p:nvPr/>
        </p:nvGrpSpPr>
        <p:grpSpPr>
          <a:xfrm>
            <a:off x="-3" y="818402"/>
            <a:ext cx="4181246" cy="2852189"/>
            <a:chOff x="2702876" y="2103177"/>
            <a:chExt cx="2166000" cy="2166000"/>
          </a:xfrm>
        </p:grpSpPr>
        <p:sp>
          <p:nvSpPr>
            <p:cNvPr id="1589" name="Google Shape;1589;p61"/>
            <p:cNvSpPr/>
            <p:nvPr/>
          </p:nvSpPr>
          <p:spPr>
            <a:xfrm>
              <a:off x="2702876" y="2103177"/>
              <a:ext cx="2166000" cy="2166000"/>
            </a:xfrm>
            <a:prstGeom prst="ellipse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61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Hidden Identity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91" name="Google Shape;1591;p61"/>
          <p:cNvGrpSpPr/>
          <p:nvPr/>
        </p:nvGrpSpPr>
        <p:grpSpPr>
          <a:xfrm>
            <a:off x="5248525" y="839838"/>
            <a:ext cx="3819524" cy="2809302"/>
            <a:chOff x="3611776" y="414352"/>
            <a:chExt cx="2166000" cy="2166000"/>
          </a:xfrm>
        </p:grpSpPr>
        <p:sp>
          <p:nvSpPr>
            <p:cNvPr id="1592" name="Google Shape;1592;p61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61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Visible Identity: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94" name="Google Shape;1594;p61"/>
          <p:cNvSpPr/>
          <p:nvPr/>
        </p:nvSpPr>
        <p:spPr>
          <a:xfrm>
            <a:off x="3419125" y="922525"/>
            <a:ext cx="2761500" cy="28521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Whole Self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9" name="Google Shape;1599;p62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600" name="Google Shape;1600;p62"/>
          <p:cNvSpPr txBox="1"/>
          <p:nvPr>
            <p:ph idx="4294967295" type="body"/>
          </p:nvPr>
        </p:nvSpPr>
        <p:spPr>
          <a:xfrm>
            <a:off x="130550" y="115225"/>
            <a:ext cx="9003900" cy="3659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Name: </a:t>
            </a:r>
            <a:endParaRPr/>
          </a:p>
        </p:txBody>
      </p:sp>
      <p:grpSp>
        <p:nvGrpSpPr>
          <p:cNvPr id="1601" name="Google Shape;1601;p62"/>
          <p:cNvGrpSpPr/>
          <p:nvPr/>
        </p:nvGrpSpPr>
        <p:grpSpPr>
          <a:xfrm>
            <a:off x="-3" y="818402"/>
            <a:ext cx="4181246" cy="2852189"/>
            <a:chOff x="2702876" y="2103177"/>
            <a:chExt cx="2166000" cy="2166000"/>
          </a:xfrm>
        </p:grpSpPr>
        <p:sp>
          <p:nvSpPr>
            <p:cNvPr id="1602" name="Google Shape;1602;p62"/>
            <p:cNvSpPr/>
            <p:nvPr/>
          </p:nvSpPr>
          <p:spPr>
            <a:xfrm>
              <a:off x="2702876" y="2103177"/>
              <a:ext cx="2166000" cy="2166000"/>
            </a:xfrm>
            <a:prstGeom prst="ellipse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62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Hidden Identity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04" name="Google Shape;1604;p62"/>
          <p:cNvGrpSpPr/>
          <p:nvPr/>
        </p:nvGrpSpPr>
        <p:grpSpPr>
          <a:xfrm>
            <a:off x="5248525" y="839838"/>
            <a:ext cx="3819524" cy="2809302"/>
            <a:chOff x="3611776" y="414352"/>
            <a:chExt cx="2166000" cy="2166000"/>
          </a:xfrm>
        </p:grpSpPr>
        <p:sp>
          <p:nvSpPr>
            <p:cNvPr id="1605" name="Google Shape;1605;p62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62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Visible Identity: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07" name="Google Shape;1607;p62"/>
          <p:cNvSpPr/>
          <p:nvPr/>
        </p:nvSpPr>
        <p:spPr>
          <a:xfrm>
            <a:off x="3419125" y="922525"/>
            <a:ext cx="2761500" cy="28521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Whole Self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2" name="Google Shape;1612;p63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63"/>
          <p:cNvSpPr txBox="1"/>
          <p:nvPr>
            <p:ph idx="4294967295" type="body"/>
          </p:nvPr>
        </p:nvSpPr>
        <p:spPr>
          <a:xfrm>
            <a:off x="130550" y="115225"/>
            <a:ext cx="9003900" cy="3659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Name: </a:t>
            </a:r>
            <a:endParaRPr/>
          </a:p>
        </p:txBody>
      </p:sp>
      <p:grpSp>
        <p:nvGrpSpPr>
          <p:cNvPr id="1614" name="Google Shape;1614;p63"/>
          <p:cNvGrpSpPr/>
          <p:nvPr/>
        </p:nvGrpSpPr>
        <p:grpSpPr>
          <a:xfrm>
            <a:off x="-3" y="818402"/>
            <a:ext cx="4181246" cy="2852189"/>
            <a:chOff x="2702876" y="2103177"/>
            <a:chExt cx="2166000" cy="2166000"/>
          </a:xfrm>
        </p:grpSpPr>
        <p:sp>
          <p:nvSpPr>
            <p:cNvPr id="1615" name="Google Shape;1615;p63"/>
            <p:cNvSpPr/>
            <p:nvPr/>
          </p:nvSpPr>
          <p:spPr>
            <a:xfrm>
              <a:off x="2702876" y="2103177"/>
              <a:ext cx="2166000" cy="2166000"/>
            </a:xfrm>
            <a:prstGeom prst="ellipse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63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Hidden Identity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17" name="Google Shape;1617;p63"/>
          <p:cNvGrpSpPr/>
          <p:nvPr/>
        </p:nvGrpSpPr>
        <p:grpSpPr>
          <a:xfrm>
            <a:off x="5248525" y="839838"/>
            <a:ext cx="3819524" cy="2809302"/>
            <a:chOff x="3611776" y="414352"/>
            <a:chExt cx="2166000" cy="2166000"/>
          </a:xfrm>
        </p:grpSpPr>
        <p:sp>
          <p:nvSpPr>
            <p:cNvPr id="1618" name="Google Shape;1618;p63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63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Visible Identity: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20" name="Google Shape;1620;p63"/>
          <p:cNvSpPr/>
          <p:nvPr/>
        </p:nvSpPr>
        <p:spPr>
          <a:xfrm>
            <a:off x="3419125" y="922525"/>
            <a:ext cx="2761500" cy="28521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Whole Self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5" name="Google Shape;1625;p64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64"/>
          <p:cNvSpPr txBox="1"/>
          <p:nvPr>
            <p:ph idx="4294967295" type="body"/>
          </p:nvPr>
        </p:nvSpPr>
        <p:spPr>
          <a:xfrm>
            <a:off x="130550" y="115225"/>
            <a:ext cx="9003900" cy="3659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Name: </a:t>
            </a:r>
            <a:endParaRPr/>
          </a:p>
        </p:txBody>
      </p:sp>
      <p:grpSp>
        <p:nvGrpSpPr>
          <p:cNvPr id="1627" name="Google Shape;1627;p64"/>
          <p:cNvGrpSpPr/>
          <p:nvPr/>
        </p:nvGrpSpPr>
        <p:grpSpPr>
          <a:xfrm>
            <a:off x="-3" y="818402"/>
            <a:ext cx="4181246" cy="2852189"/>
            <a:chOff x="2702876" y="2103177"/>
            <a:chExt cx="2166000" cy="2166000"/>
          </a:xfrm>
        </p:grpSpPr>
        <p:sp>
          <p:nvSpPr>
            <p:cNvPr id="1628" name="Google Shape;1628;p64"/>
            <p:cNvSpPr/>
            <p:nvPr/>
          </p:nvSpPr>
          <p:spPr>
            <a:xfrm>
              <a:off x="2702876" y="2103177"/>
              <a:ext cx="2166000" cy="2166000"/>
            </a:xfrm>
            <a:prstGeom prst="ellipse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64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Hidden Identity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30" name="Google Shape;1630;p64"/>
          <p:cNvGrpSpPr/>
          <p:nvPr/>
        </p:nvGrpSpPr>
        <p:grpSpPr>
          <a:xfrm>
            <a:off x="5248525" y="839838"/>
            <a:ext cx="3819524" cy="2809302"/>
            <a:chOff x="3611776" y="414352"/>
            <a:chExt cx="2166000" cy="2166000"/>
          </a:xfrm>
        </p:grpSpPr>
        <p:sp>
          <p:nvSpPr>
            <p:cNvPr id="1631" name="Google Shape;1631;p64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64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Visible Identity: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33" name="Google Shape;1633;p64"/>
          <p:cNvSpPr/>
          <p:nvPr/>
        </p:nvSpPr>
        <p:spPr>
          <a:xfrm>
            <a:off x="3419125" y="922525"/>
            <a:ext cx="2761500" cy="28521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Whole Self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" name="Google Shape;1638;p65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639" name="Google Shape;1639;p65"/>
          <p:cNvSpPr txBox="1"/>
          <p:nvPr>
            <p:ph idx="4294967295" type="body"/>
          </p:nvPr>
        </p:nvSpPr>
        <p:spPr>
          <a:xfrm>
            <a:off x="130550" y="115225"/>
            <a:ext cx="9003900" cy="3659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Name: </a:t>
            </a:r>
            <a:endParaRPr/>
          </a:p>
        </p:txBody>
      </p:sp>
      <p:grpSp>
        <p:nvGrpSpPr>
          <p:cNvPr id="1640" name="Google Shape;1640;p65"/>
          <p:cNvGrpSpPr/>
          <p:nvPr/>
        </p:nvGrpSpPr>
        <p:grpSpPr>
          <a:xfrm>
            <a:off x="-3" y="818402"/>
            <a:ext cx="4181246" cy="2852189"/>
            <a:chOff x="2702876" y="2103177"/>
            <a:chExt cx="2166000" cy="2166000"/>
          </a:xfrm>
        </p:grpSpPr>
        <p:sp>
          <p:nvSpPr>
            <p:cNvPr id="1641" name="Google Shape;1641;p65"/>
            <p:cNvSpPr/>
            <p:nvPr/>
          </p:nvSpPr>
          <p:spPr>
            <a:xfrm>
              <a:off x="2702876" y="2103177"/>
              <a:ext cx="2166000" cy="2166000"/>
            </a:xfrm>
            <a:prstGeom prst="ellipse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65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Hidden Identity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43" name="Google Shape;1643;p65"/>
          <p:cNvGrpSpPr/>
          <p:nvPr/>
        </p:nvGrpSpPr>
        <p:grpSpPr>
          <a:xfrm>
            <a:off x="5248525" y="839838"/>
            <a:ext cx="3819524" cy="2809302"/>
            <a:chOff x="3611776" y="414352"/>
            <a:chExt cx="2166000" cy="2166000"/>
          </a:xfrm>
        </p:grpSpPr>
        <p:sp>
          <p:nvSpPr>
            <p:cNvPr id="1644" name="Google Shape;1644;p65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65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Visible Identity: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46" name="Google Shape;1646;p65"/>
          <p:cNvSpPr/>
          <p:nvPr/>
        </p:nvSpPr>
        <p:spPr>
          <a:xfrm>
            <a:off x="3419125" y="922525"/>
            <a:ext cx="2761500" cy="28521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Whole Self 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on Profit Company Marketing Plan XL by Slidesgo">
  <a:themeElements>
    <a:clrScheme name="Simple Light">
      <a:dk1>
        <a:srgbClr val="0F1C4D"/>
      </a:dk1>
      <a:lt1>
        <a:srgbClr val="FFFFFF"/>
      </a:lt1>
      <a:dk2>
        <a:srgbClr val="FFE4DF"/>
      </a:dk2>
      <a:lt2>
        <a:srgbClr val="F8AC5E"/>
      </a:lt2>
      <a:accent1>
        <a:srgbClr val="0141B3"/>
      </a:accent1>
      <a:accent2>
        <a:srgbClr val="F3D5B9"/>
      </a:accent2>
      <a:accent3>
        <a:srgbClr val="E7654B"/>
      </a:accent3>
      <a:accent4>
        <a:srgbClr val="924430"/>
      </a:accent4>
      <a:accent5>
        <a:srgbClr val="F7A285"/>
      </a:accent5>
      <a:accent6>
        <a:srgbClr val="642A1F"/>
      </a:accent6>
      <a:hlink>
        <a:srgbClr val="0141B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